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DFA48A-E383-4C55-91A9-D38870E83857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341BB5B-EFF6-4EB3-BD2A-73E2F3683C20}">
      <dgm:prSet/>
      <dgm:spPr/>
      <dgm:t>
        <a:bodyPr/>
        <a:lstStyle/>
        <a:p>
          <a:r>
            <a:rPr lang="en-US" b="1"/>
            <a:t>Massive Scale:</a:t>
          </a:r>
          <a:r>
            <a:rPr lang="en-US"/>
            <a:t> Millions of claims must be processed quickly. </a:t>
          </a:r>
        </a:p>
      </dgm:t>
    </dgm:pt>
    <dgm:pt modelId="{3C50B166-9044-4CEC-92BC-B77C41945E25}" type="parTrans" cxnId="{3BF01555-0468-4E12-A465-DADC1E3C5893}">
      <dgm:prSet/>
      <dgm:spPr/>
      <dgm:t>
        <a:bodyPr/>
        <a:lstStyle/>
        <a:p>
          <a:endParaRPr lang="en-US"/>
        </a:p>
      </dgm:t>
    </dgm:pt>
    <dgm:pt modelId="{BDCC3BC5-4D40-4FD6-A71A-09F599696E21}" type="sibTrans" cxnId="{3BF01555-0468-4E12-A465-DADC1E3C5893}">
      <dgm:prSet/>
      <dgm:spPr/>
      <dgm:t>
        <a:bodyPr/>
        <a:lstStyle/>
        <a:p>
          <a:endParaRPr lang="en-US"/>
        </a:p>
      </dgm:t>
    </dgm:pt>
    <dgm:pt modelId="{03ECF034-85D9-41C8-8569-3120DF82F827}">
      <dgm:prSet/>
      <dgm:spPr/>
      <dgm:t>
        <a:bodyPr/>
        <a:lstStyle/>
        <a:p>
          <a:r>
            <a:rPr lang="en-US" b="1"/>
            <a:t>Extreme Imbalance:</a:t>
          </a:r>
          <a:r>
            <a:rPr lang="en-US"/>
            <a:t> &lt;10% of providers are fraudulent.</a:t>
          </a:r>
        </a:p>
      </dgm:t>
    </dgm:pt>
    <dgm:pt modelId="{84A51C49-FDC9-48AC-9FEE-066E5A865444}" type="parTrans" cxnId="{187925E8-E312-429F-B4B7-C5CD20E97B58}">
      <dgm:prSet/>
      <dgm:spPr/>
      <dgm:t>
        <a:bodyPr/>
        <a:lstStyle/>
        <a:p>
          <a:endParaRPr lang="en-US"/>
        </a:p>
      </dgm:t>
    </dgm:pt>
    <dgm:pt modelId="{05E5CB39-2704-4E5F-B404-9F74882C601D}" type="sibTrans" cxnId="{187925E8-E312-429F-B4B7-C5CD20E97B58}">
      <dgm:prSet/>
      <dgm:spPr/>
      <dgm:t>
        <a:bodyPr/>
        <a:lstStyle/>
        <a:p>
          <a:endParaRPr lang="en-US"/>
        </a:p>
      </dgm:t>
    </dgm:pt>
    <dgm:pt modelId="{BEDEF91D-CB76-40E2-8808-1E2E0D61F6F4}">
      <dgm:prSet/>
      <dgm:spPr/>
      <dgm:t>
        <a:bodyPr/>
        <a:lstStyle/>
        <a:p>
          <a:r>
            <a:rPr lang="en-US" b="1" dirty="0"/>
            <a:t>High Cost of Error:</a:t>
          </a:r>
          <a:r>
            <a:rPr lang="en-US" dirty="0"/>
            <a:t> A False Negative (missing fraud) costs millions.</a:t>
          </a:r>
        </a:p>
      </dgm:t>
    </dgm:pt>
    <dgm:pt modelId="{29BF443F-11A0-4F85-A9B5-F8E8C74EF23C}" type="parTrans" cxnId="{61B8D988-A173-4195-B91A-AA8D524C1CAE}">
      <dgm:prSet/>
      <dgm:spPr/>
      <dgm:t>
        <a:bodyPr/>
        <a:lstStyle/>
        <a:p>
          <a:endParaRPr lang="en-US"/>
        </a:p>
      </dgm:t>
    </dgm:pt>
    <dgm:pt modelId="{DAEFD05B-41F6-4C74-AFC8-4F86BB4ACBA9}" type="sibTrans" cxnId="{61B8D988-A173-4195-B91A-AA8D524C1CAE}">
      <dgm:prSet/>
      <dgm:spPr/>
      <dgm:t>
        <a:bodyPr/>
        <a:lstStyle/>
        <a:p>
          <a:endParaRPr lang="en-US"/>
        </a:p>
      </dgm:t>
    </dgm:pt>
    <dgm:pt modelId="{502C2FAC-079B-4F66-911E-46227E8A5B92}">
      <dgm:prSet/>
      <dgm:spPr/>
      <dgm:t>
        <a:bodyPr/>
        <a:lstStyle/>
        <a:p>
          <a:r>
            <a:rPr lang="en-US" dirty="0"/>
            <a:t>Solution: Model based on provider level feature</a:t>
          </a:r>
        </a:p>
      </dgm:t>
    </dgm:pt>
    <dgm:pt modelId="{71B16C24-BFA5-4A1B-B991-33409382BCDD}" type="parTrans" cxnId="{F64FA514-EFF0-47C3-9463-2EB9032938AF}">
      <dgm:prSet/>
      <dgm:spPr/>
      <dgm:t>
        <a:bodyPr/>
        <a:lstStyle/>
        <a:p>
          <a:endParaRPr lang="en-US"/>
        </a:p>
      </dgm:t>
    </dgm:pt>
    <dgm:pt modelId="{ED56E4F6-8DCD-420E-B965-29DC1F1FC5ED}" type="sibTrans" cxnId="{F64FA514-EFF0-47C3-9463-2EB9032938AF}">
      <dgm:prSet/>
      <dgm:spPr/>
      <dgm:t>
        <a:bodyPr/>
        <a:lstStyle/>
        <a:p>
          <a:endParaRPr lang="en-US"/>
        </a:p>
      </dgm:t>
    </dgm:pt>
    <dgm:pt modelId="{29020CD4-B757-4D8A-AF61-4E6EDCAE0C51}" type="pres">
      <dgm:prSet presAssocID="{CEDFA48A-E383-4C55-91A9-D38870E838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2944F4D-2C9B-40F9-AAA8-AAD529395D0A}" type="pres">
      <dgm:prSet presAssocID="{0341BB5B-EFF6-4EB3-BD2A-73E2F3683C20}" presName="hierRoot1" presStyleCnt="0"/>
      <dgm:spPr/>
    </dgm:pt>
    <dgm:pt modelId="{CE821FE0-BFFC-4AB5-A838-ECF5C3843A13}" type="pres">
      <dgm:prSet presAssocID="{0341BB5B-EFF6-4EB3-BD2A-73E2F3683C20}" presName="composite" presStyleCnt="0"/>
      <dgm:spPr/>
    </dgm:pt>
    <dgm:pt modelId="{A7FCB2E9-49E8-45F0-85D8-525B3AE0FFF5}" type="pres">
      <dgm:prSet presAssocID="{0341BB5B-EFF6-4EB3-BD2A-73E2F3683C20}" presName="background" presStyleLbl="node0" presStyleIdx="0" presStyleCnt="4"/>
      <dgm:spPr/>
    </dgm:pt>
    <dgm:pt modelId="{FF3080E7-D4C7-49DF-BB59-69DBC7DA4873}" type="pres">
      <dgm:prSet presAssocID="{0341BB5B-EFF6-4EB3-BD2A-73E2F3683C20}" presName="text" presStyleLbl="fgAcc0" presStyleIdx="0" presStyleCnt="4">
        <dgm:presLayoutVars>
          <dgm:chPref val="3"/>
        </dgm:presLayoutVars>
      </dgm:prSet>
      <dgm:spPr/>
    </dgm:pt>
    <dgm:pt modelId="{7CD220A9-81A6-4A79-B5C8-A718A12D492F}" type="pres">
      <dgm:prSet presAssocID="{0341BB5B-EFF6-4EB3-BD2A-73E2F3683C20}" presName="hierChild2" presStyleCnt="0"/>
      <dgm:spPr/>
    </dgm:pt>
    <dgm:pt modelId="{18668EE7-AF1B-4468-B01D-80411A098895}" type="pres">
      <dgm:prSet presAssocID="{03ECF034-85D9-41C8-8569-3120DF82F827}" presName="hierRoot1" presStyleCnt="0"/>
      <dgm:spPr/>
    </dgm:pt>
    <dgm:pt modelId="{71C57B05-B092-4D94-8C86-AF077DDA13EE}" type="pres">
      <dgm:prSet presAssocID="{03ECF034-85D9-41C8-8569-3120DF82F827}" presName="composite" presStyleCnt="0"/>
      <dgm:spPr/>
    </dgm:pt>
    <dgm:pt modelId="{5F19E844-B295-40D7-A75D-DE2098FC033B}" type="pres">
      <dgm:prSet presAssocID="{03ECF034-85D9-41C8-8569-3120DF82F827}" presName="background" presStyleLbl="node0" presStyleIdx="1" presStyleCnt="4"/>
      <dgm:spPr/>
    </dgm:pt>
    <dgm:pt modelId="{0925E5E9-CC63-464A-A02D-0E309EB9E9AA}" type="pres">
      <dgm:prSet presAssocID="{03ECF034-85D9-41C8-8569-3120DF82F827}" presName="text" presStyleLbl="fgAcc0" presStyleIdx="1" presStyleCnt="4">
        <dgm:presLayoutVars>
          <dgm:chPref val="3"/>
        </dgm:presLayoutVars>
      </dgm:prSet>
      <dgm:spPr/>
    </dgm:pt>
    <dgm:pt modelId="{A178D8F4-CEEB-4259-8DC6-CB8DFC9E31CF}" type="pres">
      <dgm:prSet presAssocID="{03ECF034-85D9-41C8-8569-3120DF82F827}" presName="hierChild2" presStyleCnt="0"/>
      <dgm:spPr/>
    </dgm:pt>
    <dgm:pt modelId="{5A68E142-55BA-4030-93AA-EC516A6A7A90}" type="pres">
      <dgm:prSet presAssocID="{BEDEF91D-CB76-40E2-8808-1E2E0D61F6F4}" presName="hierRoot1" presStyleCnt="0"/>
      <dgm:spPr/>
    </dgm:pt>
    <dgm:pt modelId="{3EFFE456-3EBC-4CD1-A10F-1BB0688F1A89}" type="pres">
      <dgm:prSet presAssocID="{BEDEF91D-CB76-40E2-8808-1E2E0D61F6F4}" presName="composite" presStyleCnt="0"/>
      <dgm:spPr/>
    </dgm:pt>
    <dgm:pt modelId="{DEFFC170-B927-471A-9C46-A6C11255896E}" type="pres">
      <dgm:prSet presAssocID="{BEDEF91D-CB76-40E2-8808-1E2E0D61F6F4}" presName="background" presStyleLbl="node0" presStyleIdx="2" presStyleCnt="4"/>
      <dgm:spPr/>
    </dgm:pt>
    <dgm:pt modelId="{CBC58FD6-468A-4AE1-99AE-78F0BFA3DA69}" type="pres">
      <dgm:prSet presAssocID="{BEDEF91D-CB76-40E2-8808-1E2E0D61F6F4}" presName="text" presStyleLbl="fgAcc0" presStyleIdx="2" presStyleCnt="4">
        <dgm:presLayoutVars>
          <dgm:chPref val="3"/>
        </dgm:presLayoutVars>
      </dgm:prSet>
      <dgm:spPr/>
    </dgm:pt>
    <dgm:pt modelId="{8BECBE8F-711B-409E-B91E-0F3D59CF65CE}" type="pres">
      <dgm:prSet presAssocID="{BEDEF91D-CB76-40E2-8808-1E2E0D61F6F4}" presName="hierChild2" presStyleCnt="0"/>
      <dgm:spPr/>
    </dgm:pt>
    <dgm:pt modelId="{2318C1AE-BC49-4C37-A2B6-E1E3BC3E4EA8}" type="pres">
      <dgm:prSet presAssocID="{502C2FAC-079B-4F66-911E-46227E8A5B92}" presName="hierRoot1" presStyleCnt="0"/>
      <dgm:spPr/>
    </dgm:pt>
    <dgm:pt modelId="{3DD6707D-C66A-4E15-98E5-C12F6B56D2EE}" type="pres">
      <dgm:prSet presAssocID="{502C2FAC-079B-4F66-911E-46227E8A5B92}" presName="composite" presStyleCnt="0"/>
      <dgm:spPr/>
    </dgm:pt>
    <dgm:pt modelId="{C3F617DE-8505-49DE-8DA7-AB9C7F38B736}" type="pres">
      <dgm:prSet presAssocID="{502C2FAC-079B-4F66-911E-46227E8A5B92}" presName="background" presStyleLbl="node0" presStyleIdx="3" presStyleCnt="4"/>
      <dgm:spPr/>
    </dgm:pt>
    <dgm:pt modelId="{3DBED4D3-1F79-4AFD-8262-60373B1EDCF7}" type="pres">
      <dgm:prSet presAssocID="{502C2FAC-079B-4F66-911E-46227E8A5B92}" presName="text" presStyleLbl="fgAcc0" presStyleIdx="3" presStyleCnt="4">
        <dgm:presLayoutVars>
          <dgm:chPref val="3"/>
        </dgm:presLayoutVars>
      </dgm:prSet>
      <dgm:spPr/>
    </dgm:pt>
    <dgm:pt modelId="{03D6B53B-BC7E-41D9-9B9E-A596C5FC557E}" type="pres">
      <dgm:prSet presAssocID="{502C2FAC-079B-4F66-911E-46227E8A5B92}" presName="hierChild2" presStyleCnt="0"/>
      <dgm:spPr/>
    </dgm:pt>
  </dgm:ptLst>
  <dgm:cxnLst>
    <dgm:cxn modelId="{BCD3A014-C242-4327-BECE-E07B457A69F4}" type="presOf" srcId="{CEDFA48A-E383-4C55-91A9-D38870E83857}" destId="{29020CD4-B757-4D8A-AF61-4E6EDCAE0C51}" srcOrd="0" destOrd="0" presId="urn:microsoft.com/office/officeart/2005/8/layout/hierarchy1"/>
    <dgm:cxn modelId="{F64FA514-EFF0-47C3-9463-2EB9032938AF}" srcId="{CEDFA48A-E383-4C55-91A9-D38870E83857}" destId="{502C2FAC-079B-4F66-911E-46227E8A5B92}" srcOrd="3" destOrd="0" parTransId="{71B16C24-BFA5-4A1B-B991-33409382BCDD}" sibTransId="{ED56E4F6-8DCD-420E-B965-29DC1F1FC5ED}"/>
    <dgm:cxn modelId="{55E51F27-E79B-4E71-9D54-8B0C1035B0D4}" type="presOf" srcId="{BEDEF91D-CB76-40E2-8808-1E2E0D61F6F4}" destId="{CBC58FD6-468A-4AE1-99AE-78F0BFA3DA69}" srcOrd="0" destOrd="0" presId="urn:microsoft.com/office/officeart/2005/8/layout/hierarchy1"/>
    <dgm:cxn modelId="{0EFD873C-202B-49A4-902A-3FDDB2FE8F90}" type="presOf" srcId="{0341BB5B-EFF6-4EB3-BD2A-73E2F3683C20}" destId="{FF3080E7-D4C7-49DF-BB59-69DBC7DA4873}" srcOrd="0" destOrd="0" presId="urn:microsoft.com/office/officeart/2005/8/layout/hierarchy1"/>
    <dgm:cxn modelId="{3BF01555-0468-4E12-A465-DADC1E3C5893}" srcId="{CEDFA48A-E383-4C55-91A9-D38870E83857}" destId="{0341BB5B-EFF6-4EB3-BD2A-73E2F3683C20}" srcOrd="0" destOrd="0" parTransId="{3C50B166-9044-4CEC-92BC-B77C41945E25}" sibTransId="{BDCC3BC5-4D40-4FD6-A71A-09F599696E21}"/>
    <dgm:cxn modelId="{61B8D988-A173-4195-B91A-AA8D524C1CAE}" srcId="{CEDFA48A-E383-4C55-91A9-D38870E83857}" destId="{BEDEF91D-CB76-40E2-8808-1E2E0D61F6F4}" srcOrd="2" destOrd="0" parTransId="{29BF443F-11A0-4F85-A9B5-F8E8C74EF23C}" sibTransId="{DAEFD05B-41F6-4C74-AFC8-4F86BB4ACBA9}"/>
    <dgm:cxn modelId="{924981AE-6458-4664-8555-9CFF8AFC2F75}" type="presOf" srcId="{502C2FAC-079B-4F66-911E-46227E8A5B92}" destId="{3DBED4D3-1F79-4AFD-8262-60373B1EDCF7}" srcOrd="0" destOrd="0" presId="urn:microsoft.com/office/officeart/2005/8/layout/hierarchy1"/>
    <dgm:cxn modelId="{7251E4B8-E97C-46E5-BA3C-503B62448C01}" type="presOf" srcId="{03ECF034-85D9-41C8-8569-3120DF82F827}" destId="{0925E5E9-CC63-464A-A02D-0E309EB9E9AA}" srcOrd="0" destOrd="0" presId="urn:microsoft.com/office/officeart/2005/8/layout/hierarchy1"/>
    <dgm:cxn modelId="{187925E8-E312-429F-B4B7-C5CD20E97B58}" srcId="{CEDFA48A-E383-4C55-91A9-D38870E83857}" destId="{03ECF034-85D9-41C8-8569-3120DF82F827}" srcOrd="1" destOrd="0" parTransId="{84A51C49-FDC9-48AC-9FEE-066E5A865444}" sibTransId="{05E5CB39-2704-4E5F-B404-9F74882C601D}"/>
    <dgm:cxn modelId="{6A489AF2-BA53-4DEA-A6CA-B0506DAB3A64}" type="presParOf" srcId="{29020CD4-B757-4D8A-AF61-4E6EDCAE0C51}" destId="{72944F4D-2C9B-40F9-AAA8-AAD529395D0A}" srcOrd="0" destOrd="0" presId="urn:microsoft.com/office/officeart/2005/8/layout/hierarchy1"/>
    <dgm:cxn modelId="{CC714965-F07A-420A-A940-C0C3DD5B2FFD}" type="presParOf" srcId="{72944F4D-2C9B-40F9-AAA8-AAD529395D0A}" destId="{CE821FE0-BFFC-4AB5-A838-ECF5C3843A13}" srcOrd="0" destOrd="0" presId="urn:microsoft.com/office/officeart/2005/8/layout/hierarchy1"/>
    <dgm:cxn modelId="{2A49C394-C3CC-48AC-808C-9EEA3241957C}" type="presParOf" srcId="{CE821FE0-BFFC-4AB5-A838-ECF5C3843A13}" destId="{A7FCB2E9-49E8-45F0-85D8-525B3AE0FFF5}" srcOrd="0" destOrd="0" presId="urn:microsoft.com/office/officeart/2005/8/layout/hierarchy1"/>
    <dgm:cxn modelId="{B75CE8C4-5B84-4783-93B7-AE8EBFDB6417}" type="presParOf" srcId="{CE821FE0-BFFC-4AB5-A838-ECF5C3843A13}" destId="{FF3080E7-D4C7-49DF-BB59-69DBC7DA4873}" srcOrd="1" destOrd="0" presId="urn:microsoft.com/office/officeart/2005/8/layout/hierarchy1"/>
    <dgm:cxn modelId="{D449BC66-B7AA-4A10-90B6-BFBDC935E648}" type="presParOf" srcId="{72944F4D-2C9B-40F9-AAA8-AAD529395D0A}" destId="{7CD220A9-81A6-4A79-B5C8-A718A12D492F}" srcOrd="1" destOrd="0" presId="urn:microsoft.com/office/officeart/2005/8/layout/hierarchy1"/>
    <dgm:cxn modelId="{4FB43E64-1F35-421F-8AB4-2855D65D8EF6}" type="presParOf" srcId="{29020CD4-B757-4D8A-AF61-4E6EDCAE0C51}" destId="{18668EE7-AF1B-4468-B01D-80411A098895}" srcOrd="1" destOrd="0" presId="urn:microsoft.com/office/officeart/2005/8/layout/hierarchy1"/>
    <dgm:cxn modelId="{2131BF62-C569-4E6A-85AA-E431EA73E322}" type="presParOf" srcId="{18668EE7-AF1B-4468-B01D-80411A098895}" destId="{71C57B05-B092-4D94-8C86-AF077DDA13EE}" srcOrd="0" destOrd="0" presId="urn:microsoft.com/office/officeart/2005/8/layout/hierarchy1"/>
    <dgm:cxn modelId="{84783388-563E-4D35-9C65-913BCEDA2E62}" type="presParOf" srcId="{71C57B05-B092-4D94-8C86-AF077DDA13EE}" destId="{5F19E844-B295-40D7-A75D-DE2098FC033B}" srcOrd="0" destOrd="0" presId="urn:microsoft.com/office/officeart/2005/8/layout/hierarchy1"/>
    <dgm:cxn modelId="{A10E1C6A-380F-4803-9ABC-7E09DC319B01}" type="presParOf" srcId="{71C57B05-B092-4D94-8C86-AF077DDA13EE}" destId="{0925E5E9-CC63-464A-A02D-0E309EB9E9AA}" srcOrd="1" destOrd="0" presId="urn:microsoft.com/office/officeart/2005/8/layout/hierarchy1"/>
    <dgm:cxn modelId="{3A4C3463-0BCD-4D8A-B6FD-400F6BE49143}" type="presParOf" srcId="{18668EE7-AF1B-4468-B01D-80411A098895}" destId="{A178D8F4-CEEB-4259-8DC6-CB8DFC9E31CF}" srcOrd="1" destOrd="0" presId="urn:microsoft.com/office/officeart/2005/8/layout/hierarchy1"/>
    <dgm:cxn modelId="{3EB989C0-5738-4CC7-86CE-ACBA3CE6A9A6}" type="presParOf" srcId="{29020CD4-B757-4D8A-AF61-4E6EDCAE0C51}" destId="{5A68E142-55BA-4030-93AA-EC516A6A7A90}" srcOrd="2" destOrd="0" presId="urn:microsoft.com/office/officeart/2005/8/layout/hierarchy1"/>
    <dgm:cxn modelId="{79891002-A6D0-4B92-A836-617FF1D0B7E7}" type="presParOf" srcId="{5A68E142-55BA-4030-93AA-EC516A6A7A90}" destId="{3EFFE456-3EBC-4CD1-A10F-1BB0688F1A89}" srcOrd="0" destOrd="0" presId="urn:microsoft.com/office/officeart/2005/8/layout/hierarchy1"/>
    <dgm:cxn modelId="{7AD78269-EB87-4CE4-8C10-92203C8E967E}" type="presParOf" srcId="{3EFFE456-3EBC-4CD1-A10F-1BB0688F1A89}" destId="{DEFFC170-B927-471A-9C46-A6C11255896E}" srcOrd="0" destOrd="0" presId="urn:microsoft.com/office/officeart/2005/8/layout/hierarchy1"/>
    <dgm:cxn modelId="{074A230C-3545-4C16-B40D-33724329DCD0}" type="presParOf" srcId="{3EFFE456-3EBC-4CD1-A10F-1BB0688F1A89}" destId="{CBC58FD6-468A-4AE1-99AE-78F0BFA3DA69}" srcOrd="1" destOrd="0" presId="urn:microsoft.com/office/officeart/2005/8/layout/hierarchy1"/>
    <dgm:cxn modelId="{D69741DE-3152-41E7-BBE6-B1668B4A6CE6}" type="presParOf" srcId="{5A68E142-55BA-4030-93AA-EC516A6A7A90}" destId="{8BECBE8F-711B-409E-B91E-0F3D59CF65CE}" srcOrd="1" destOrd="0" presId="urn:microsoft.com/office/officeart/2005/8/layout/hierarchy1"/>
    <dgm:cxn modelId="{2489D195-48CE-4243-95B2-B56D19491849}" type="presParOf" srcId="{29020CD4-B757-4D8A-AF61-4E6EDCAE0C51}" destId="{2318C1AE-BC49-4C37-A2B6-E1E3BC3E4EA8}" srcOrd="3" destOrd="0" presId="urn:microsoft.com/office/officeart/2005/8/layout/hierarchy1"/>
    <dgm:cxn modelId="{59181AC5-AB0D-4CF6-9378-AF560C27CA70}" type="presParOf" srcId="{2318C1AE-BC49-4C37-A2B6-E1E3BC3E4EA8}" destId="{3DD6707D-C66A-4E15-98E5-C12F6B56D2EE}" srcOrd="0" destOrd="0" presId="urn:microsoft.com/office/officeart/2005/8/layout/hierarchy1"/>
    <dgm:cxn modelId="{6CFFE529-9723-4A5B-BD16-45D53608472C}" type="presParOf" srcId="{3DD6707D-C66A-4E15-98E5-C12F6B56D2EE}" destId="{C3F617DE-8505-49DE-8DA7-AB9C7F38B736}" srcOrd="0" destOrd="0" presId="urn:microsoft.com/office/officeart/2005/8/layout/hierarchy1"/>
    <dgm:cxn modelId="{24008C19-B392-4C52-99BE-06EDC3A31460}" type="presParOf" srcId="{3DD6707D-C66A-4E15-98E5-C12F6B56D2EE}" destId="{3DBED4D3-1F79-4AFD-8262-60373B1EDCF7}" srcOrd="1" destOrd="0" presId="urn:microsoft.com/office/officeart/2005/8/layout/hierarchy1"/>
    <dgm:cxn modelId="{23A1FE12-4906-44E1-98DC-1A568A88C520}" type="presParOf" srcId="{2318C1AE-BC49-4C37-A2B6-E1E3BC3E4EA8}" destId="{03D6B53B-BC7E-41D9-9B9E-A596C5FC557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01C882-A421-4BB3-820E-381A007B48DB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5762731-A995-4AD8-919F-163C84E5FB09}">
      <dgm:prSet/>
      <dgm:spPr/>
      <dgm:t>
        <a:bodyPr/>
        <a:lstStyle/>
        <a:p>
          <a:r>
            <a:rPr lang="en-US"/>
            <a:t>Modeling Unit: The Provider</a:t>
          </a:r>
        </a:p>
      </dgm:t>
    </dgm:pt>
    <dgm:pt modelId="{F35A78AA-72B6-43A9-A42A-DB598382B704}" type="parTrans" cxnId="{B82063B3-AB55-4F53-B1C8-1A642F2E50BC}">
      <dgm:prSet/>
      <dgm:spPr/>
      <dgm:t>
        <a:bodyPr/>
        <a:lstStyle/>
        <a:p>
          <a:endParaRPr lang="en-US"/>
        </a:p>
      </dgm:t>
    </dgm:pt>
    <dgm:pt modelId="{E53EC14A-9F39-401E-BD06-0AAD246BD883}" type="sibTrans" cxnId="{B82063B3-AB55-4F53-B1C8-1A642F2E50BC}">
      <dgm:prSet/>
      <dgm:spPr/>
      <dgm:t>
        <a:bodyPr/>
        <a:lstStyle/>
        <a:p>
          <a:endParaRPr lang="en-US"/>
        </a:p>
      </dgm:t>
    </dgm:pt>
    <dgm:pt modelId="{5141972C-25D2-4BEC-A544-FCE5C22473F3}">
      <dgm:prSet/>
      <dgm:spPr/>
      <dgm:t>
        <a:bodyPr/>
        <a:lstStyle/>
        <a:p>
          <a:r>
            <a:rPr lang="en-US"/>
            <a:t>Granularity Separation</a:t>
          </a:r>
        </a:p>
      </dgm:t>
    </dgm:pt>
    <dgm:pt modelId="{376757A9-E5A7-4735-949B-A83DD8F5DE5E}" type="parTrans" cxnId="{8BA6389A-9A8F-474A-962B-C2B21CA35209}">
      <dgm:prSet/>
      <dgm:spPr/>
      <dgm:t>
        <a:bodyPr/>
        <a:lstStyle/>
        <a:p>
          <a:endParaRPr lang="en-US"/>
        </a:p>
      </dgm:t>
    </dgm:pt>
    <dgm:pt modelId="{6B3731AB-F3E1-4171-B60B-B53E1FE60A6C}" type="sibTrans" cxnId="{8BA6389A-9A8F-474A-962B-C2B21CA35209}">
      <dgm:prSet/>
      <dgm:spPr/>
      <dgm:t>
        <a:bodyPr/>
        <a:lstStyle/>
        <a:p>
          <a:endParaRPr lang="en-US"/>
        </a:p>
      </dgm:t>
    </dgm:pt>
    <dgm:pt modelId="{6EDA2440-C4F8-480B-A511-07E6AC4E5261}">
      <dgm:prSet/>
      <dgm:spPr/>
      <dgm:t>
        <a:bodyPr/>
        <a:lstStyle/>
        <a:p>
          <a:r>
            <a:rPr lang="en-US"/>
            <a:t>Data Split &amp; Imbalance (60/20/20)</a:t>
          </a:r>
        </a:p>
      </dgm:t>
    </dgm:pt>
    <dgm:pt modelId="{4C79A2F8-1D3B-4FA8-9379-524F4B69562B}" type="parTrans" cxnId="{28545CFC-B7AF-49B8-AACA-F6C938918D1A}">
      <dgm:prSet/>
      <dgm:spPr/>
      <dgm:t>
        <a:bodyPr/>
        <a:lstStyle/>
        <a:p>
          <a:endParaRPr lang="en-US"/>
        </a:p>
      </dgm:t>
    </dgm:pt>
    <dgm:pt modelId="{5057A2AD-7936-4CDA-AE5E-D256FA184485}" type="sibTrans" cxnId="{28545CFC-B7AF-49B8-AACA-F6C938918D1A}">
      <dgm:prSet/>
      <dgm:spPr/>
      <dgm:t>
        <a:bodyPr/>
        <a:lstStyle/>
        <a:p>
          <a:endParaRPr lang="en-US"/>
        </a:p>
      </dgm:t>
    </dgm:pt>
    <dgm:pt modelId="{B78612BB-FDA5-4ACC-A08F-C4F54124D82A}" type="pres">
      <dgm:prSet presAssocID="{C901C882-A421-4BB3-820E-381A007B48DB}" presName="linear" presStyleCnt="0">
        <dgm:presLayoutVars>
          <dgm:animLvl val="lvl"/>
          <dgm:resizeHandles val="exact"/>
        </dgm:presLayoutVars>
      </dgm:prSet>
      <dgm:spPr/>
    </dgm:pt>
    <dgm:pt modelId="{FADD1515-67DE-4897-B0CE-E77A3BD69384}" type="pres">
      <dgm:prSet presAssocID="{B5762731-A995-4AD8-919F-163C84E5FB0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4C749C0-7BCB-4B0B-BF41-7619CB0EE7DE}" type="pres">
      <dgm:prSet presAssocID="{E53EC14A-9F39-401E-BD06-0AAD246BD883}" presName="spacer" presStyleCnt="0"/>
      <dgm:spPr/>
    </dgm:pt>
    <dgm:pt modelId="{D8CE0B5C-D212-45F0-B38E-015F5CF81AA6}" type="pres">
      <dgm:prSet presAssocID="{5141972C-25D2-4BEC-A544-FCE5C22473F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4E1BB44-1F85-4BCC-995F-F9B3CB13305B}" type="pres">
      <dgm:prSet presAssocID="{6B3731AB-F3E1-4171-B60B-B53E1FE60A6C}" presName="spacer" presStyleCnt="0"/>
      <dgm:spPr/>
    </dgm:pt>
    <dgm:pt modelId="{A61A71AA-9B52-4DA4-B713-4524D5D10B69}" type="pres">
      <dgm:prSet presAssocID="{6EDA2440-C4F8-480B-A511-07E6AC4E526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FA6AA55-ACCD-4D60-8D44-A14800BA7828}" type="presOf" srcId="{B5762731-A995-4AD8-919F-163C84E5FB09}" destId="{FADD1515-67DE-4897-B0CE-E77A3BD69384}" srcOrd="0" destOrd="0" presId="urn:microsoft.com/office/officeart/2005/8/layout/vList2"/>
    <dgm:cxn modelId="{8BA6389A-9A8F-474A-962B-C2B21CA35209}" srcId="{C901C882-A421-4BB3-820E-381A007B48DB}" destId="{5141972C-25D2-4BEC-A544-FCE5C22473F3}" srcOrd="1" destOrd="0" parTransId="{376757A9-E5A7-4735-949B-A83DD8F5DE5E}" sibTransId="{6B3731AB-F3E1-4171-B60B-B53E1FE60A6C}"/>
    <dgm:cxn modelId="{DCDCEBB0-935C-4C6B-B1FA-6E140588F00C}" type="presOf" srcId="{6EDA2440-C4F8-480B-A511-07E6AC4E5261}" destId="{A61A71AA-9B52-4DA4-B713-4524D5D10B69}" srcOrd="0" destOrd="0" presId="urn:microsoft.com/office/officeart/2005/8/layout/vList2"/>
    <dgm:cxn modelId="{B82063B3-AB55-4F53-B1C8-1A642F2E50BC}" srcId="{C901C882-A421-4BB3-820E-381A007B48DB}" destId="{B5762731-A995-4AD8-919F-163C84E5FB09}" srcOrd="0" destOrd="0" parTransId="{F35A78AA-72B6-43A9-A42A-DB598382B704}" sibTransId="{E53EC14A-9F39-401E-BD06-0AAD246BD883}"/>
    <dgm:cxn modelId="{5DC1F7B3-E7CE-4C3E-B12D-24FE02FA707F}" type="presOf" srcId="{5141972C-25D2-4BEC-A544-FCE5C22473F3}" destId="{D8CE0B5C-D212-45F0-B38E-015F5CF81AA6}" srcOrd="0" destOrd="0" presId="urn:microsoft.com/office/officeart/2005/8/layout/vList2"/>
    <dgm:cxn modelId="{C4CF01C4-5657-486E-A359-615155A930CD}" type="presOf" srcId="{C901C882-A421-4BB3-820E-381A007B48DB}" destId="{B78612BB-FDA5-4ACC-A08F-C4F54124D82A}" srcOrd="0" destOrd="0" presId="urn:microsoft.com/office/officeart/2005/8/layout/vList2"/>
    <dgm:cxn modelId="{28545CFC-B7AF-49B8-AACA-F6C938918D1A}" srcId="{C901C882-A421-4BB3-820E-381A007B48DB}" destId="{6EDA2440-C4F8-480B-A511-07E6AC4E5261}" srcOrd="2" destOrd="0" parTransId="{4C79A2F8-1D3B-4FA8-9379-524F4B69562B}" sibTransId="{5057A2AD-7936-4CDA-AE5E-D256FA184485}"/>
    <dgm:cxn modelId="{2E4DBABD-143C-4ACD-BE4A-3781491308E5}" type="presParOf" srcId="{B78612BB-FDA5-4ACC-A08F-C4F54124D82A}" destId="{FADD1515-67DE-4897-B0CE-E77A3BD69384}" srcOrd="0" destOrd="0" presId="urn:microsoft.com/office/officeart/2005/8/layout/vList2"/>
    <dgm:cxn modelId="{3CAAE7B9-B5DE-4ABF-8C11-AD5053BF429A}" type="presParOf" srcId="{B78612BB-FDA5-4ACC-A08F-C4F54124D82A}" destId="{F4C749C0-7BCB-4B0B-BF41-7619CB0EE7DE}" srcOrd="1" destOrd="0" presId="urn:microsoft.com/office/officeart/2005/8/layout/vList2"/>
    <dgm:cxn modelId="{0970061C-0F00-4E04-92FA-541ECA39F934}" type="presParOf" srcId="{B78612BB-FDA5-4ACC-A08F-C4F54124D82A}" destId="{D8CE0B5C-D212-45F0-B38E-015F5CF81AA6}" srcOrd="2" destOrd="0" presId="urn:microsoft.com/office/officeart/2005/8/layout/vList2"/>
    <dgm:cxn modelId="{F61B9BE0-3FB4-44D6-A964-E1DBE2AD5185}" type="presParOf" srcId="{B78612BB-FDA5-4ACC-A08F-C4F54124D82A}" destId="{E4E1BB44-1F85-4BCC-995F-F9B3CB13305B}" srcOrd="3" destOrd="0" presId="urn:microsoft.com/office/officeart/2005/8/layout/vList2"/>
    <dgm:cxn modelId="{6DD5C43B-DF2A-44AB-BD34-222FF113F217}" type="presParOf" srcId="{B78612BB-FDA5-4ACC-A08F-C4F54124D82A}" destId="{A61A71AA-9B52-4DA4-B713-4524D5D10B6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45D760-9669-4557-B691-FEB40F0044C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0E93349-2E62-403D-A3DD-302A13E0C4C4}">
      <dgm:prSet/>
      <dgm:spPr/>
      <dgm:t>
        <a:bodyPr/>
        <a:lstStyle/>
        <a:p>
          <a:r>
            <a:rPr lang="en-US"/>
            <a:t>Statistical Aggregation</a:t>
          </a:r>
        </a:p>
      </dgm:t>
    </dgm:pt>
    <dgm:pt modelId="{223EC18A-0916-4C79-A6F2-49EC05EB1680}" type="parTrans" cxnId="{35FA54F6-89D7-4235-AFD1-FE655203B711}">
      <dgm:prSet/>
      <dgm:spPr/>
      <dgm:t>
        <a:bodyPr/>
        <a:lstStyle/>
        <a:p>
          <a:endParaRPr lang="en-US"/>
        </a:p>
      </dgm:t>
    </dgm:pt>
    <dgm:pt modelId="{D276B0E1-FDA9-4814-95FC-74F792548FD1}" type="sibTrans" cxnId="{35FA54F6-89D7-4235-AFD1-FE655203B711}">
      <dgm:prSet/>
      <dgm:spPr/>
      <dgm:t>
        <a:bodyPr/>
        <a:lstStyle/>
        <a:p>
          <a:endParaRPr lang="en-US"/>
        </a:p>
      </dgm:t>
    </dgm:pt>
    <dgm:pt modelId="{6E35E6CE-51F4-420D-B00B-A620532A40B7}">
      <dgm:prSet/>
      <dgm:spPr/>
      <dgm:t>
        <a:bodyPr/>
        <a:lstStyle/>
        <a:p>
          <a:r>
            <a:rPr lang="en-US"/>
            <a:t>Targeted Fraud Signals</a:t>
          </a:r>
        </a:p>
      </dgm:t>
    </dgm:pt>
    <dgm:pt modelId="{7CACB2B0-0224-4D8A-A190-01E0973EC753}" type="parTrans" cxnId="{A96F4748-8638-4B57-B704-528651C9E206}">
      <dgm:prSet/>
      <dgm:spPr/>
      <dgm:t>
        <a:bodyPr/>
        <a:lstStyle/>
        <a:p>
          <a:endParaRPr lang="en-US"/>
        </a:p>
      </dgm:t>
    </dgm:pt>
    <dgm:pt modelId="{9E4831C7-B98A-4873-A506-AE55F1719447}" type="sibTrans" cxnId="{A96F4748-8638-4B57-B704-528651C9E206}">
      <dgm:prSet/>
      <dgm:spPr/>
      <dgm:t>
        <a:bodyPr/>
        <a:lstStyle/>
        <a:p>
          <a:endParaRPr lang="en-US"/>
        </a:p>
      </dgm:t>
    </dgm:pt>
    <dgm:pt modelId="{49973433-6F23-43AB-8109-0E9BEC53F6E4}">
      <dgm:prSet/>
      <dgm:spPr/>
      <dgm:t>
        <a:bodyPr/>
        <a:lstStyle/>
        <a:p>
          <a:r>
            <a:rPr lang="en-US"/>
            <a:t>Granularity Separation</a:t>
          </a:r>
        </a:p>
      </dgm:t>
    </dgm:pt>
    <dgm:pt modelId="{A528BE2A-9CF2-4309-9886-BB26358D26B0}" type="parTrans" cxnId="{7128494A-66CF-48A7-B47C-3944EF813A5E}">
      <dgm:prSet/>
      <dgm:spPr/>
      <dgm:t>
        <a:bodyPr/>
        <a:lstStyle/>
        <a:p>
          <a:endParaRPr lang="en-US"/>
        </a:p>
      </dgm:t>
    </dgm:pt>
    <dgm:pt modelId="{83A8741F-18D3-4FE7-A45E-180029E05BEA}" type="sibTrans" cxnId="{7128494A-66CF-48A7-B47C-3944EF813A5E}">
      <dgm:prSet/>
      <dgm:spPr/>
      <dgm:t>
        <a:bodyPr/>
        <a:lstStyle/>
        <a:p>
          <a:endParaRPr lang="en-US"/>
        </a:p>
      </dgm:t>
    </dgm:pt>
    <dgm:pt modelId="{298BBF71-EF1E-471C-8F10-87AB7D2C597F}" type="pres">
      <dgm:prSet presAssocID="{0445D760-9669-4557-B691-FEB40F0044C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F0B2D3-F8B7-40E6-B4C6-D26AD01631BF}" type="pres">
      <dgm:prSet presAssocID="{30E93349-2E62-403D-A3DD-302A13E0C4C4}" presName="hierRoot1" presStyleCnt="0"/>
      <dgm:spPr/>
    </dgm:pt>
    <dgm:pt modelId="{DC73B1FA-5332-4E13-B5E8-1FC9733AB37A}" type="pres">
      <dgm:prSet presAssocID="{30E93349-2E62-403D-A3DD-302A13E0C4C4}" presName="composite" presStyleCnt="0"/>
      <dgm:spPr/>
    </dgm:pt>
    <dgm:pt modelId="{E9476C26-3163-4E21-8A63-82F41167BFB4}" type="pres">
      <dgm:prSet presAssocID="{30E93349-2E62-403D-A3DD-302A13E0C4C4}" presName="background" presStyleLbl="node0" presStyleIdx="0" presStyleCnt="3"/>
      <dgm:spPr/>
    </dgm:pt>
    <dgm:pt modelId="{3E171334-327B-4B33-B0EF-420E1834B0ED}" type="pres">
      <dgm:prSet presAssocID="{30E93349-2E62-403D-A3DD-302A13E0C4C4}" presName="text" presStyleLbl="fgAcc0" presStyleIdx="0" presStyleCnt="3">
        <dgm:presLayoutVars>
          <dgm:chPref val="3"/>
        </dgm:presLayoutVars>
      </dgm:prSet>
      <dgm:spPr/>
    </dgm:pt>
    <dgm:pt modelId="{2F4663DD-D45C-4408-BE5D-6B446D06AAEF}" type="pres">
      <dgm:prSet presAssocID="{30E93349-2E62-403D-A3DD-302A13E0C4C4}" presName="hierChild2" presStyleCnt="0"/>
      <dgm:spPr/>
    </dgm:pt>
    <dgm:pt modelId="{81EF0B2D-D34A-42FE-BD73-BFF724F747AD}" type="pres">
      <dgm:prSet presAssocID="{6E35E6CE-51F4-420D-B00B-A620532A40B7}" presName="hierRoot1" presStyleCnt="0"/>
      <dgm:spPr/>
    </dgm:pt>
    <dgm:pt modelId="{0865DFED-5EDA-480F-B9A0-3CE14077EE30}" type="pres">
      <dgm:prSet presAssocID="{6E35E6CE-51F4-420D-B00B-A620532A40B7}" presName="composite" presStyleCnt="0"/>
      <dgm:spPr/>
    </dgm:pt>
    <dgm:pt modelId="{B3309A41-D849-4E83-8341-A4E51A58DBEB}" type="pres">
      <dgm:prSet presAssocID="{6E35E6CE-51F4-420D-B00B-A620532A40B7}" presName="background" presStyleLbl="node0" presStyleIdx="1" presStyleCnt="3"/>
      <dgm:spPr/>
    </dgm:pt>
    <dgm:pt modelId="{96E0C3CB-5D30-47CC-99D4-603910C35972}" type="pres">
      <dgm:prSet presAssocID="{6E35E6CE-51F4-420D-B00B-A620532A40B7}" presName="text" presStyleLbl="fgAcc0" presStyleIdx="1" presStyleCnt="3">
        <dgm:presLayoutVars>
          <dgm:chPref val="3"/>
        </dgm:presLayoutVars>
      </dgm:prSet>
      <dgm:spPr/>
    </dgm:pt>
    <dgm:pt modelId="{ED2313A5-A4EF-40E2-95B2-3A1142998D0F}" type="pres">
      <dgm:prSet presAssocID="{6E35E6CE-51F4-420D-B00B-A620532A40B7}" presName="hierChild2" presStyleCnt="0"/>
      <dgm:spPr/>
    </dgm:pt>
    <dgm:pt modelId="{FC630C73-6532-4512-8E4C-DC27DBF7CF1C}" type="pres">
      <dgm:prSet presAssocID="{49973433-6F23-43AB-8109-0E9BEC53F6E4}" presName="hierRoot1" presStyleCnt="0"/>
      <dgm:spPr/>
    </dgm:pt>
    <dgm:pt modelId="{607F94F0-955D-460D-B29D-F72EB22C4EFC}" type="pres">
      <dgm:prSet presAssocID="{49973433-6F23-43AB-8109-0E9BEC53F6E4}" presName="composite" presStyleCnt="0"/>
      <dgm:spPr/>
    </dgm:pt>
    <dgm:pt modelId="{B83E00B2-0A1F-4EBA-9B30-97FF5932DB20}" type="pres">
      <dgm:prSet presAssocID="{49973433-6F23-43AB-8109-0E9BEC53F6E4}" presName="background" presStyleLbl="node0" presStyleIdx="2" presStyleCnt="3"/>
      <dgm:spPr/>
    </dgm:pt>
    <dgm:pt modelId="{0484AA3F-4487-4C2A-AE49-72AA02051B3A}" type="pres">
      <dgm:prSet presAssocID="{49973433-6F23-43AB-8109-0E9BEC53F6E4}" presName="text" presStyleLbl="fgAcc0" presStyleIdx="2" presStyleCnt="3">
        <dgm:presLayoutVars>
          <dgm:chPref val="3"/>
        </dgm:presLayoutVars>
      </dgm:prSet>
      <dgm:spPr/>
    </dgm:pt>
    <dgm:pt modelId="{F444CB7D-D2AB-4AD7-893A-DE38ED702F03}" type="pres">
      <dgm:prSet presAssocID="{49973433-6F23-43AB-8109-0E9BEC53F6E4}" presName="hierChild2" presStyleCnt="0"/>
      <dgm:spPr/>
    </dgm:pt>
  </dgm:ptLst>
  <dgm:cxnLst>
    <dgm:cxn modelId="{A96F4748-8638-4B57-B704-528651C9E206}" srcId="{0445D760-9669-4557-B691-FEB40F0044C5}" destId="{6E35E6CE-51F4-420D-B00B-A620532A40B7}" srcOrd="1" destOrd="0" parTransId="{7CACB2B0-0224-4D8A-A190-01E0973EC753}" sibTransId="{9E4831C7-B98A-4873-A506-AE55F1719447}"/>
    <dgm:cxn modelId="{7128494A-66CF-48A7-B47C-3944EF813A5E}" srcId="{0445D760-9669-4557-B691-FEB40F0044C5}" destId="{49973433-6F23-43AB-8109-0E9BEC53F6E4}" srcOrd="2" destOrd="0" parTransId="{A528BE2A-9CF2-4309-9886-BB26358D26B0}" sibTransId="{83A8741F-18D3-4FE7-A45E-180029E05BEA}"/>
    <dgm:cxn modelId="{49EDEFBC-D30D-4F34-A24F-E253FB434F98}" type="presOf" srcId="{49973433-6F23-43AB-8109-0E9BEC53F6E4}" destId="{0484AA3F-4487-4C2A-AE49-72AA02051B3A}" srcOrd="0" destOrd="0" presId="urn:microsoft.com/office/officeart/2005/8/layout/hierarchy1"/>
    <dgm:cxn modelId="{56EEADCB-B42A-443C-8E70-71E06920B6FD}" type="presOf" srcId="{30E93349-2E62-403D-A3DD-302A13E0C4C4}" destId="{3E171334-327B-4B33-B0EF-420E1834B0ED}" srcOrd="0" destOrd="0" presId="urn:microsoft.com/office/officeart/2005/8/layout/hierarchy1"/>
    <dgm:cxn modelId="{64F939DD-4FBD-4BC6-AC33-CF6B52E646EA}" type="presOf" srcId="{6E35E6CE-51F4-420D-B00B-A620532A40B7}" destId="{96E0C3CB-5D30-47CC-99D4-603910C35972}" srcOrd="0" destOrd="0" presId="urn:microsoft.com/office/officeart/2005/8/layout/hierarchy1"/>
    <dgm:cxn modelId="{5BEE14EF-1B38-4F21-B58C-0427416DB2E7}" type="presOf" srcId="{0445D760-9669-4557-B691-FEB40F0044C5}" destId="{298BBF71-EF1E-471C-8F10-87AB7D2C597F}" srcOrd="0" destOrd="0" presId="urn:microsoft.com/office/officeart/2005/8/layout/hierarchy1"/>
    <dgm:cxn modelId="{35FA54F6-89D7-4235-AFD1-FE655203B711}" srcId="{0445D760-9669-4557-B691-FEB40F0044C5}" destId="{30E93349-2E62-403D-A3DD-302A13E0C4C4}" srcOrd="0" destOrd="0" parTransId="{223EC18A-0916-4C79-A6F2-49EC05EB1680}" sibTransId="{D276B0E1-FDA9-4814-95FC-74F792548FD1}"/>
    <dgm:cxn modelId="{61BA8A56-4047-4DC9-97F3-AEA06D72AC01}" type="presParOf" srcId="{298BBF71-EF1E-471C-8F10-87AB7D2C597F}" destId="{69F0B2D3-F8B7-40E6-B4C6-D26AD01631BF}" srcOrd="0" destOrd="0" presId="urn:microsoft.com/office/officeart/2005/8/layout/hierarchy1"/>
    <dgm:cxn modelId="{8F1C6395-94E3-4D42-A939-687AFFBE0A33}" type="presParOf" srcId="{69F0B2D3-F8B7-40E6-B4C6-D26AD01631BF}" destId="{DC73B1FA-5332-4E13-B5E8-1FC9733AB37A}" srcOrd="0" destOrd="0" presId="urn:microsoft.com/office/officeart/2005/8/layout/hierarchy1"/>
    <dgm:cxn modelId="{D852A101-B377-4B50-B982-C4FAB80BBD37}" type="presParOf" srcId="{DC73B1FA-5332-4E13-B5E8-1FC9733AB37A}" destId="{E9476C26-3163-4E21-8A63-82F41167BFB4}" srcOrd="0" destOrd="0" presId="urn:microsoft.com/office/officeart/2005/8/layout/hierarchy1"/>
    <dgm:cxn modelId="{1EFC7589-F311-4129-83B5-5C2E7B127A08}" type="presParOf" srcId="{DC73B1FA-5332-4E13-B5E8-1FC9733AB37A}" destId="{3E171334-327B-4B33-B0EF-420E1834B0ED}" srcOrd="1" destOrd="0" presId="urn:microsoft.com/office/officeart/2005/8/layout/hierarchy1"/>
    <dgm:cxn modelId="{9D342C8F-2B27-4D9B-8F85-5F1608C88974}" type="presParOf" srcId="{69F0B2D3-F8B7-40E6-B4C6-D26AD01631BF}" destId="{2F4663DD-D45C-4408-BE5D-6B446D06AAEF}" srcOrd="1" destOrd="0" presId="urn:microsoft.com/office/officeart/2005/8/layout/hierarchy1"/>
    <dgm:cxn modelId="{7E3793FE-52A2-47D9-8B73-80E87EC60EAC}" type="presParOf" srcId="{298BBF71-EF1E-471C-8F10-87AB7D2C597F}" destId="{81EF0B2D-D34A-42FE-BD73-BFF724F747AD}" srcOrd="1" destOrd="0" presId="urn:microsoft.com/office/officeart/2005/8/layout/hierarchy1"/>
    <dgm:cxn modelId="{96FE712B-3250-4468-92CE-4E30B72B3BFA}" type="presParOf" srcId="{81EF0B2D-D34A-42FE-BD73-BFF724F747AD}" destId="{0865DFED-5EDA-480F-B9A0-3CE14077EE30}" srcOrd="0" destOrd="0" presId="urn:microsoft.com/office/officeart/2005/8/layout/hierarchy1"/>
    <dgm:cxn modelId="{1761D105-A03B-45DB-885B-230BB9D50718}" type="presParOf" srcId="{0865DFED-5EDA-480F-B9A0-3CE14077EE30}" destId="{B3309A41-D849-4E83-8341-A4E51A58DBEB}" srcOrd="0" destOrd="0" presId="urn:microsoft.com/office/officeart/2005/8/layout/hierarchy1"/>
    <dgm:cxn modelId="{6244044C-6B5B-4FE9-884E-751001483296}" type="presParOf" srcId="{0865DFED-5EDA-480F-B9A0-3CE14077EE30}" destId="{96E0C3CB-5D30-47CC-99D4-603910C35972}" srcOrd="1" destOrd="0" presId="urn:microsoft.com/office/officeart/2005/8/layout/hierarchy1"/>
    <dgm:cxn modelId="{5AA495C7-AEF9-42EC-876E-0567AEEEA327}" type="presParOf" srcId="{81EF0B2D-D34A-42FE-BD73-BFF724F747AD}" destId="{ED2313A5-A4EF-40E2-95B2-3A1142998D0F}" srcOrd="1" destOrd="0" presId="urn:microsoft.com/office/officeart/2005/8/layout/hierarchy1"/>
    <dgm:cxn modelId="{4BBD9F80-0515-41C8-987E-F10094F1C315}" type="presParOf" srcId="{298BBF71-EF1E-471C-8F10-87AB7D2C597F}" destId="{FC630C73-6532-4512-8E4C-DC27DBF7CF1C}" srcOrd="2" destOrd="0" presId="urn:microsoft.com/office/officeart/2005/8/layout/hierarchy1"/>
    <dgm:cxn modelId="{22F5B50F-34FE-4E3A-AB15-11CE8CC87923}" type="presParOf" srcId="{FC630C73-6532-4512-8E4C-DC27DBF7CF1C}" destId="{607F94F0-955D-460D-B29D-F72EB22C4EFC}" srcOrd="0" destOrd="0" presId="urn:microsoft.com/office/officeart/2005/8/layout/hierarchy1"/>
    <dgm:cxn modelId="{1BB68F39-DC51-420F-8CEA-0597E4ACBD02}" type="presParOf" srcId="{607F94F0-955D-460D-B29D-F72EB22C4EFC}" destId="{B83E00B2-0A1F-4EBA-9B30-97FF5932DB20}" srcOrd="0" destOrd="0" presId="urn:microsoft.com/office/officeart/2005/8/layout/hierarchy1"/>
    <dgm:cxn modelId="{5CA68A8F-3964-4DD8-BF07-93433586C8E1}" type="presParOf" srcId="{607F94F0-955D-460D-B29D-F72EB22C4EFC}" destId="{0484AA3F-4487-4C2A-AE49-72AA02051B3A}" srcOrd="1" destOrd="0" presId="urn:microsoft.com/office/officeart/2005/8/layout/hierarchy1"/>
    <dgm:cxn modelId="{751A1967-A6BD-4367-A027-2BE7BF77C634}" type="presParOf" srcId="{FC630C73-6532-4512-8E4C-DC27DBF7CF1C}" destId="{F444CB7D-D2AB-4AD7-893A-DE38ED702F0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FCBBA1-599C-4423-A2D0-57C21E56337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5FFF87-527D-4387-BA3D-47484A6143C4}">
      <dgm:prSet/>
      <dgm:spPr/>
      <dgm:t>
        <a:bodyPr/>
        <a:lstStyle/>
        <a:p>
          <a:r>
            <a:rPr lang="en-US" b="1"/>
            <a:t>Zero Imputation</a:t>
          </a:r>
          <a:endParaRPr lang="en-US"/>
        </a:p>
      </dgm:t>
    </dgm:pt>
    <dgm:pt modelId="{DA5491DA-84AE-4179-81F3-1B28847ED297}" type="parTrans" cxnId="{2CB82EA8-0B2E-4B11-8E01-47B60D7C92A9}">
      <dgm:prSet/>
      <dgm:spPr/>
      <dgm:t>
        <a:bodyPr/>
        <a:lstStyle/>
        <a:p>
          <a:endParaRPr lang="en-US"/>
        </a:p>
      </dgm:t>
    </dgm:pt>
    <dgm:pt modelId="{6A3D088D-719F-4CE5-ADB0-FF2462F42177}" type="sibTrans" cxnId="{2CB82EA8-0B2E-4B11-8E01-47B60D7C92A9}">
      <dgm:prSet/>
      <dgm:spPr/>
      <dgm:t>
        <a:bodyPr/>
        <a:lstStyle/>
        <a:p>
          <a:endParaRPr lang="en-US"/>
        </a:p>
      </dgm:t>
    </dgm:pt>
    <dgm:pt modelId="{4690CFC9-03E0-47CB-A40F-001621EB1CE3}">
      <dgm:prSet/>
      <dgm:spPr/>
      <dgm:t>
        <a:bodyPr/>
        <a:lstStyle/>
        <a:p>
          <a:r>
            <a:rPr lang="en-US"/>
            <a:t>Frequency Encoding</a:t>
          </a:r>
        </a:p>
      </dgm:t>
    </dgm:pt>
    <dgm:pt modelId="{0207155C-F038-4429-9A38-2DCDA47FF3B6}" type="parTrans" cxnId="{2BB15500-86E2-4BAC-A810-3F036188097F}">
      <dgm:prSet/>
      <dgm:spPr/>
      <dgm:t>
        <a:bodyPr/>
        <a:lstStyle/>
        <a:p>
          <a:endParaRPr lang="en-US"/>
        </a:p>
      </dgm:t>
    </dgm:pt>
    <dgm:pt modelId="{B46CD77E-F258-409A-86C3-9AF2A59A3989}" type="sibTrans" cxnId="{2BB15500-86E2-4BAC-A810-3F036188097F}">
      <dgm:prSet/>
      <dgm:spPr/>
      <dgm:t>
        <a:bodyPr/>
        <a:lstStyle/>
        <a:p>
          <a:endParaRPr lang="en-US"/>
        </a:p>
      </dgm:t>
    </dgm:pt>
    <dgm:pt modelId="{1FDAEB67-46D8-4B0B-BC29-4B6BFADE7C29}">
      <dgm:prSet/>
      <dgm:spPr/>
      <dgm:t>
        <a:bodyPr/>
        <a:lstStyle/>
        <a:p>
          <a:r>
            <a:rPr lang="en-US"/>
            <a:t>Feature Scaling</a:t>
          </a:r>
        </a:p>
      </dgm:t>
    </dgm:pt>
    <dgm:pt modelId="{72A58D00-1C32-45DB-930A-8432B8DD77B3}" type="parTrans" cxnId="{8C774C94-EE42-42DB-B198-B94D339A0F35}">
      <dgm:prSet/>
      <dgm:spPr/>
      <dgm:t>
        <a:bodyPr/>
        <a:lstStyle/>
        <a:p>
          <a:endParaRPr lang="en-US"/>
        </a:p>
      </dgm:t>
    </dgm:pt>
    <dgm:pt modelId="{58B4F9BA-C722-4B02-987E-15B6316E8D02}" type="sibTrans" cxnId="{8C774C94-EE42-42DB-B198-B94D339A0F35}">
      <dgm:prSet/>
      <dgm:spPr/>
      <dgm:t>
        <a:bodyPr/>
        <a:lstStyle/>
        <a:p>
          <a:endParaRPr lang="en-US"/>
        </a:p>
      </dgm:t>
    </dgm:pt>
    <dgm:pt modelId="{CF010089-8220-48E0-B24B-437BDF7C8FD1}" type="pres">
      <dgm:prSet presAssocID="{A5FCBBA1-599C-4423-A2D0-57C21E5633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86CF89-B8F8-44BE-998C-B8B2CAF3A582}" type="pres">
      <dgm:prSet presAssocID="{555FFF87-527D-4387-BA3D-47484A6143C4}" presName="hierRoot1" presStyleCnt="0"/>
      <dgm:spPr/>
    </dgm:pt>
    <dgm:pt modelId="{3A200426-6AFF-4207-80F8-1558F1506C8A}" type="pres">
      <dgm:prSet presAssocID="{555FFF87-527D-4387-BA3D-47484A6143C4}" presName="composite" presStyleCnt="0"/>
      <dgm:spPr/>
    </dgm:pt>
    <dgm:pt modelId="{C8D0EFF7-7615-4C1B-A020-A95B9116E634}" type="pres">
      <dgm:prSet presAssocID="{555FFF87-527D-4387-BA3D-47484A6143C4}" presName="background" presStyleLbl="node0" presStyleIdx="0" presStyleCnt="3"/>
      <dgm:spPr/>
    </dgm:pt>
    <dgm:pt modelId="{D0FAEB70-07FC-428C-A22E-B720453F3303}" type="pres">
      <dgm:prSet presAssocID="{555FFF87-527D-4387-BA3D-47484A6143C4}" presName="text" presStyleLbl="fgAcc0" presStyleIdx="0" presStyleCnt="3">
        <dgm:presLayoutVars>
          <dgm:chPref val="3"/>
        </dgm:presLayoutVars>
      </dgm:prSet>
      <dgm:spPr/>
    </dgm:pt>
    <dgm:pt modelId="{330FE891-52E3-4916-8EE3-368B008F42DC}" type="pres">
      <dgm:prSet presAssocID="{555FFF87-527D-4387-BA3D-47484A6143C4}" presName="hierChild2" presStyleCnt="0"/>
      <dgm:spPr/>
    </dgm:pt>
    <dgm:pt modelId="{325AE6EA-2C8B-4CF0-BE12-CC205161F1E4}" type="pres">
      <dgm:prSet presAssocID="{4690CFC9-03E0-47CB-A40F-001621EB1CE3}" presName="hierRoot1" presStyleCnt="0"/>
      <dgm:spPr/>
    </dgm:pt>
    <dgm:pt modelId="{36E9CB0F-1433-44E9-8CF7-42167F956687}" type="pres">
      <dgm:prSet presAssocID="{4690CFC9-03E0-47CB-A40F-001621EB1CE3}" presName="composite" presStyleCnt="0"/>
      <dgm:spPr/>
    </dgm:pt>
    <dgm:pt modelId="{0995A06E-CB92-412F-A401-3003EE713DA8}" type="pres">
      <dgm:prSet presAssocID="{4690CFC9-03E0-47CB-A40F-001621EB1CE3}" presName="background" presStyleLbl="node0" presStyleIdx="1" presStyleCnt="3"/>
      <dgm:spPr/>
    </dgm:pt>
    <dgm:pt modelId="{1C7C5B08-8DB0-4478-B6E6-86A53C285FC9}" type="pres">
      <dgm:prSet presAssocID="{4690CFC9-03E0-47CB-A40F-001621EB1CE3}" presName="text" presStyleLbl="fgAcc0" presStyleIdx="1" presStyleCnt="3">
        <dgm:presLayoutVars>
          <dgm:chPref val="3"/>
        </dgm:presLayoutVars>
      </dgm:prSet>
      <dgm:spPr/>
    </dgm:pt>
    <dgm:pt modelId="{1CF129E5-1AE0-4364-BF71-23FE5F52DD37}" type="pres">
      <dgm:prSet presAssocID="{4690CFC9-03E0-47CB-A40F-001621EB1CE3}" presName="hierChild2" presStyleCnt="0"/>
      <dgm:spPr/>
    </dgm:pt>
    <dgm:pt modelId="{F7A0956B-033E-4467-B54F-3D8537738FAD}" type="pres">
      <dgm:prSet presAssocID="{1FDAEB67-46D8-4B0B-BC29-4B6BFADE7C29}" presName="hierRoot1" presStyleCnt="0"/>
      <dgm:spPr/>
    </dgm:pt>
    <dgm:pt modelId="{B5AD1EF4-B796-49C9-95CB-9A76B5E79438}" type="pres">
      <dgm:prSet presAssocID="{1FDAEB67-46D8-4B0B-BC29-4B6BFADE7C29}" presName="composite" presStyleCnt="0"/>
      <dgm:spPr/>
    </dgm:pt>
    <dgm:pt modelId="{E9D8C076-BEA0-4E26-9774-CF8E69AB7008}" type="pres">
      <dgm:prSet presAssocID="{1FDAEB67-46D8-4B0B-BC29-4B6BFADE7C29}" presName="background" presStyleLbl="node0" presStyleIdx="2" presStyleCnt="3"/>
      <dgm:spPr/>
    </dgm:pt>
    <dgm:pt modelId="{69A85A26-8CAE-444B-95F7-C29DE6298A7F}" type="pres">
      <dgm:prSet presAssocID="{1FDAEB67-46D8-4B0B-BC29-4B6BFADE7C29}" presName="text" presStyleLbl="fgAcc0" presStyleIdx="2" presStyleCnt="3">
        <dgm:presLayoutVars>
          <dgm:chPref val="3"/>
        </dgm:presLayoutVars>
      </dgm:prSet>
      <dgm:spPr/>
    </dgm:pt>
    <dgm:pt modelId="{3C9A5EDA-F134-4F9E-913D-F539F28631E9}" type="pres">
      <dgm:prSet presAssocID="{1FDAEB67-46D8-4B0B-BC29-4B6BFADE7C29}" presName="hierChild2" presStyleCnt="0"/>
      <dgm:spPr/>
    </dgm:pt>
  </dgm:ptLst>
  <dgm:cxnLst>
    <dgm:cxn modelId="{2BB15500-86E2-4BAC-A810-3F036188097F}" srcId="{A5FCBBA1-599C-4423-A2D0-57C21E563373}" destId="{4690CFC9-03E0-47CB-A40F-001621EB1CE3}" srcOrd="1" destOrd="0" parTransId="{0207155C-F038-4429-9A38-2DCDA47FF3B6}" sibTransId="{B46CD77E-F258-409A-86C3-9AF2A59A3989}"/>
    <dgm:cxn modelId="{014AC532-FCA1-4A3E-BF16-493918291A06}" type="presOf" srcId="{1FDAEB67-46D8-4B0B-BC29-4B6BFADE7C29}" destId="{69A85A26-8CAE-444B-95F7-C29DE6298A7F}" srcOrd="0" destOrd="0" presId="urn:microsoft.com/office/officeart/2005/8/layout/hierarchy1"/>
    <dgm:cxn modelId="{8C774C94-EE42-42DB-B198-B94D339A0F35}" srcId="{A5FCBBA1-599C-4423-A2D0-57C21E563373}" destId="{1FDAEB67-46D8-4B0B-BC29-4B6BFADE7C29}" srcOrd="2" destOrd="0" parTransId="{72A58D00-1C32-45DB-930A-8432B8DD77B3}" sibTransId="{58B4F9BA-C722-4B02-987E-15B6316E8D02}"/>
    <dgm:cxn modelId="{2CB82EA8-0B2E-4B11-8E01-47B60D7C92A9}" srcId="{A5FCBBA1-599C-4423-A2D0-57C21E563373}" destId="{555FFF87-527D-4387-BA3D-47484A6143C4}" srcOrd="0" destOrd="0" parTransId="{DA5491DA-84AE-4179-81F3-1B28847ED297}" sibTransId="{6A3D088D-719F-4CE5-ADB0-FF2462F42177}"/>
    <dgm:cxn modelId="{21DBF4B0-3377-4D99-8E62-3E4A9E0CD092}" type="presOf" srcId="{4690CFC9-03E0-47CB-A40F-001621EB1CE3}" destId="{1C7C5B08-8DB0-4478-B6E6-86A53C285FC9}" srcOrd="0" destOrd="0" presId="urn:microsoft.com/office/officeart/2005/8/layout/hierarchy1"/>
    <dgm:cxn modelId="{2D4A1EB1-5E93-4D4E-9DC5-A04AB97B5018}" type="presOf" srcId="{A5FCBBA1-599C-4423-A2D0-57C21E563373}" destId="{CF010089-8220-48E0-B24B-437BDF7C8FD1}" srcOrd="0" destOrd="0" presId="urn:microsoft.com/office/officeart/2005/8/layout/hierarchy1"/>
    <dgm:cxn modelId="{79020CC3-19C2-4DA9-9C6F-150B9B05CBE4}" type="presOf" srcId="{555FFF87-527D-4387-BA3D-47484A6143C4}" destId="{D0FAEB70-07FC-428C-A22E-B720453F3303}" srcOrd="0" destOrd="0" presId="urn:microsoft.com/office/officeart/2005/8/layout/hierarchy1"/>
    <dgm:cxn modelId="{D1FB6B68-B94E-444C-A7AA-31582D6A7FF6}" type="presParOf" srcId="{CF010089-8220-48E0-B24B-437BDF7C8FD1}" destId="{4786CF89-B8F8-44BE-998C-B8B2CAF3A582}" srcOrd="0" destOrd="0" presId="urn:microsoft.com/office/officeart/2005/8/layout/hierarchy1"/>
    <dgm:cxn modelId="{DDA7273C-E4AA-43FD-9537-8EF1B39312F3}" type="presParOf" srcId="{4786CF89-B8F8-44BE-998C-B8B2CAF3A582}" destId="{3A200426-6AFF-4207-80F8-1558F1506C8A}" srcOrd="0" destOrd="0" presId="urn:microsoft.com/office/officeart/2005/8/layout/hierarchy1"/>
    <dgm:cxn modelId="{81125A12-88A8-427F-9DDF-B7D9BCEF3221}" type="presParOf" srcId="{3A200426-6AFF-4207-80F8-1558F1506C8A}" destId="{C8D0EFF7-7615-4C1B-A020-A95B9116E634}" srcOrd="0" destOrd="0" presId="urn:microsoft.com/office/officeart/2005/8/layout/hierarchy1"/>
    <dgm:cxn modelId="{304F7AE8-1845-4ED0-9C23-557286E6AE6C}" type="presParOf" srcId="{3A200426-6AFF-4207-80F8-1558F1506C8A}" destId="{D0FAEB70-07FC-428C-A22E-B720453F3303}" srcOrd="1" destOrd="0" presId="urn:microsoft.com/office/officeart/2005/8/layout/hierarchy1"/>
    <dgm:cxn modelId="{243C0063-5E95-4B64-B016-14C326A90081}" type="presParOf" srcId="{4786CF89-B8F8-44BE-998C-B8B2CAF3A582}" destId="{330FE891-52E3-4916-8EE3-368B008F42DC}" srcOrd="1" destOrd="0" presId="urn:microsoft.com/office/officeart/2005/8/layout/hierarchy1"/>
    <dgm:cxn modelId="{84C38B91-5AA7-47A1-818C-76B27310299C}" type="presParOf" srcId="{CF010089-8220-48E0-B24B-437BDF7C8FD1}" destId="{325AE6EA-2C8B-4CF0-BE12-CC205161F1E4}" srcOrd="1" destOrd="0" presId="urn:microsoft.com/office/officeart/2005/8/layout/hierarchy1"/>
    <dgm:cxn modelId="{C18CB0A3-6E16-4EB8-82F4-68F4EE42B5E5}" type="presParOf" srcId="{325AE6EA-2C8B-4CF0-BE12-CC205161F1E4}" destId="{36E9CB0F-1433-44E9-8CF7-42167F956687}" srcOrd="0" destOrd="0" presId="urn:microsoft.com/office/officeart/2005/8/layout/hierarchy1"/>
    <dgm:cxn modelId="{73B27C09-C7F8-41CB-8335-24FEC3931D26}" type="presParOf" srcId="{36E9CB0F-1433-44E9-8CF7-42167F956687}" destId="{0995A06E-CB92-412F-A401-3003EE713DA8}" srcOrd="0" destOrd="0" presId="urn:microsoft.com/office/officeart/2005/8/layout/hierarchy1"/>
    <dgm:cxn modelId="{65BDC6D9-9C19-4941-9D66-F1A8CAC592AB}" type="presParOf" srcId="{36E9CB0F-1433-44E9-8CF7-42167F956687}" destId="{1C7C5B08-8DB0-4478-B6E6-86A53C285FC9}" srcOrd="1" destOrd="0" presId="urn:microsoft.com/office/officeart/2005/8/layout/hierarchy1"/>
    <dgm:cxn modelId="{EBD764A4-78B5-4DA1-97B9-B021E6425B55}" type="presParOf" srcId="{325AE6EA-2C8B-4CF0-BE12-CC205161F1E4}" destId="{1CF129E5-1AE0-4364-BF71-23FE5F52DD37}" srcOrd="1" destOrd="0" presId="urn:microsoft.com/office/officeart/2005/8/layout/hierarchy1"/>
    <dgm:cxn modelId="{98E24080-88F6-4519-9AD8-94C84383B1DA}" type="presParOf" srcId="{CF010089-8220-48E0-B24B-437BDF7C8FD1}" destId="{F7A0956B-033E-4467-B54F-3D8537738FAD}" srcOrd="2" destOrd="0" presId="urn:microsoft.com/office/officeart/2005/8/layout/hierarchy1"/>
    <dgm:cxn modelId="{D971A244-463A-4631-AD3A-F92BDE87D03A}" type="presParOf" srcId="{F7A0956B-033E-4467-B54F-3D8537738FAD}" destId="{B5AD1EF4-B796-49C9-95CB-9A76B5E79438}" srcOrd="0" destOrd="0" presId="urn:microsoft.com/office/officeart/2005/8/layout/hierarchy1"/>
    <dgm:cxn modelId="{A7A4CA5F-EDD9-4582-8D62-7AEDA37E697F}" type="presParOf" srcId="{B5AD1EF4-B796-49C9-95CB-9A76B5E79438}" destId="{E9D8C076-BEA0-4E26-9774-CF8E69AB7008}" srcOrd="0" destOrd="0" presId="urn:microsoft.com/office/officeart/2005/8/layout/hierarchy1"/>
    <dgm:cxn modelId="{999FE9BA-3368-4901-AD2A-A3D87DDD6488}" type="presParOf" srcId="{B5AD1EF4-B796-49C9-95CB-9A76B5E79438}" destId="{69A85A26-8CAE-444B-95F7-C29DE6298A7F}" srcOrd="1" destOrd="0" presId="urn:microsoft.com/office/officeart/2005/8/layout/hierarchy1"/>
    <dgm:cxn modelId="{3E86C53F-E67F-4996-A448-37E2AA0D834A}" type="presParOf" srcId="{F7A0956B-033E-4467-B54F-3D8537738FAD}" destId="{3C9A5EDA-F134-4F9E-913D-F539F28631E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551EE3-7BD1-4FB3-A826-3F3A75AE23B3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949ED5-2F42-46E5-871B-E3F649F7733F}">
      <dgm:prSet custT="1"/>
      <dgm:spPr/>
      <dgm:t>
        <a:bodyPr/>
        <a:lstStyle/>
        <a:p>
          <a:r>
            <a:rPr lang="en-US" sz="4400" dirty="0"/>
            <a:t>Stratified 60/20/20 Split</a:t>
          </a:r>
        </a:p>
      </dgm:t>
    </dgm:pt>
    <dgm:pt modelId="{651580E6-273D-438C-B187-885776D101CA}" type="parTrans" cxnId="{7F9732E3-51A1-4F80-8900-EF09371A16F7}">
      <dgm:prSet/>
      <dgm:spPr/>
      <dgm:t>
        <a:bodyPr/>
        <a:lstStyle/>
        <a:p>
          <a:endParaRPr lang="en-US"/>
        </a:p>
      </dgm:t>
    </dgm:pt>
    <dgm:pt modelId="{9736A2F8-41EB-4973-AD05-C8A2917B932C}" type="sibTrans" cxnId="{7F9732E3-51A1-4F80-8900-EF09371A16F7}">
      <dgm:prSet/>
      <dgm:spPr/>
      <dgm:t>
        <a:bodyPr/>
        <a:lstStyle/>
        <a:p>
          <a:endParaRPr lang="en-US"/>
        </a:p>
      </dgm:t>
    </dgm:pt>
    <dgm:pt modelId="{3C43A039-C0FE-4468-AF69-78DDC1D81CD5}">
      <dgm:prSet custT="1"/>
      <dgm:spPr/>
      <dgm:t>
        <a:bodyPr/>
        <a:lstStyle/>
        <a:p>
          <a:r>
            <a:rPr lang="en-US" sz="4400" dirty="0"/>
            <a:t>SMOTE for Imbalance</a:t>
          </a:r>
        </a:p>
      </dgm:t>
    </dgm:pt>
    <dgm:pt modelId="{E8E2B4AF-D7BB-4E1C-B1F5-BA580F8804A5}" type="parTrans" cxnId="{9745356C-F309-4D34-9DDC-31695E8D8B47}">
      <dgm:prSet/>
      <dgm:spPr/>
      <dgm:t>
        <a:bodyPr/>
        <a:lstStyle/>
        <a:p>
          <a:endParaRPr lang="en-US"/>
        </a:p>
      </dgm:t>
    </dgm:pt>
    <dgm:pt modelId="{717D337C-D43A-44B3-B504-830AEF48CE42}" type="sibTrans" cxnId="{9745356C-F309-4D34-9DDC-31695E8D8B47}">
      <dgm:prSet/>
      <dgm:spPr/>
      <dgm:t>
        <a:bodyPr/>
        <a:lstStyle/>
        <a:p>
          <a:endParaRPr lang="en-US"/>
        </a:p>
      </dgm:t>
    </dgm:pt>
    <dgm:pt modelId="{1E80D39C-30B7-436B-B401-AC59D8BE48CA}">
      <dgm:prSet custT="1"/>
      <dgm:spPr/>
      <dgm:t>
        <a:bodyPr/>
        <a:lstStyle/>
        <a:p>
          <a:r>
            <a:rPr lang="en-US" sz="4400" dirty="0"/>
            <a:t>Metric Focus: F1 and PR-AUC</a:t>
          </a:r>
        </a:p>
      </dgm:t>
    </dgm:pt>
    <dgm:pt modelId="{88996783-DF9C-4ABF-A923-4B4706916FEF}" type="parTrans" cxnId="{96DA393A-0FEA-436E-BCB5-6C2837C5201F}">
      <dgm:prSet/>
      <dgm:spPr/>
      <dgm:t>
        <a:bodyPr/>
        <a:lstStyle/>
        <a:p>
          <a:endParaRPr lang="en-US"/>
        </a:p>
      </dgm:t>
    </dgm:pt>
    <dgm:pt modelId="{404DE6A2-2BA5-4D2C-9A8E-AFFF9929130A}" type="sibTrans" cxnId="{96DA393A-0FEA-436E-BCB5-6C2837C5201F}">
      <dgm:prSet/>
      <dgm:spPr/>
      <dgm:t>
        <a:bodyPr/>
        <a:lstStyle/>
        <a:p>
          <a:endParaRPr lang="en-US"/>
        </a:p>
      </dgm:t>
    </dgm:pt>
    <dgm:pt modelId="{18FA4663-F07E-4CDC-906C-4A08359B5966}" type="pres">
      <dgm:prSet presAssocID="{D4551EE3-7BD1-4FB3-A826-3F3A75AE23B3}" presName="vert0" presStyleCnt="0">
        <dgm:presLayoutVars>
          <dgm:dir/>
          <dgm:animOne val="branch"/>
          <dgm:animLvl val="lvl"/>
        </dgm:presLayoutVars>
      </dgm:prSet>
      <dgm:spPr/>
    </dgm:pt>
    <dgm:pt modelId="{77769B4D-8C27-4D68-9648-72A3BB400315}" type="pres">
      <dgm:prSet presAssocID="{CA949ED5-2F42-46E5-871B-E3F649F7733F}" presName="thickLine" presStyleLbl="alignNode1" presStyleIdx="0" presStyleCnt="3"/>
      <dgm:spPr/>
    </dgm:pt>
    <dgm:pt modelId="{8A2D2837-F12D-4B5C-ADA3-5D5C52B21578}" type="pres">
      <dgm:prSet presAssocID="{CA949ED5-2F42-46E5-871B-E3F649F7733F}" presName="horz1" presStyleCnt="0"/>
      <dgm:spPr/>
    </dgm:pt>
    <dgm:pt modelId="{3E9A926A-AF55-40E7-B357-A428B5B62D23}" type="pres">
      <dgm:prSet presAssocID="{CA949ED5-2F42-46E5-871B-E3F649F7733F}" presName="tx1" presStyleLbl="revTx" presStyleIdx="0" presStyleCnt="3"/>
      <dgm:spPr/>
    </dgm:pt>
    <dgm:pt modelId="{C027AE1C-7CE3-4086-B09E-20A20031F880}" type="pres">
      <dgm:prSet presAssocID="{CA949ED5-2F42-46E5-871B-E3F649F7733F}" presName="vert1" presStyleCnt="0"/>
      <dgm:spPr/>
    </dgm:pt>
    <dgm:pt modelId="{C8274CBC-C3D4-46EA-BDF0-84A08ADF3725}" type="pres">
      <dgm:prSet presAssocID="{3C43A039-C0FE-4468-AF69-78DDC1D81CD5}" presName="thickLine" presStyleLbl="alignNode1" presStyleIdx="1" presStyleCnt="3"/>
      <dgm:spPr/>
    </dgm:pt>
    <dgm:pt modelId="{D7572264-B974-4E4E-8759-0E26774CC32F}" type="pres">
      <dgm:prSet presAssocID="{3C43A039-C0FE-4468-AF69-78DDC1D81CD5}" presName="horz1" presStyleCnt="0"/>
      <dgm:spPr/>
    </dgm:pt>
    <dgm:pt modelId="{6974D497-EBC1-46C6-A2C5-221AC60A86B9}" type="pres">
      <dgm:prSet presAssocID="{3C43A039-C0FE-4468-AF69-78DDC1D81CD5}" presName="tx1" presStyleLbl="revTx" presStyleIdx="1" presStyleCnt="3"/>
      <dgm:spPr/>
    </dgm:pt>
    <dgm:pt modelId="{10EF62E0-C8EB-4B8A-AA0C-34C38714BB5F}" type="pres">
      <dgm:prSet presAssocID="{3C43A039-C0FE-4468-AF69-78DDC1D81CD5}" presName="vert1" presStyleCnt="0"/>
      <dgm:spPr/>
    </dgm:pt>
    <dgm:pt modelId="{701F980C-14FA-49FD-93A2-B190A1C8464D}" type="pres">
      <dgm:prSet presAssocID="{1E80D39C-30B7-436B-B401-AC59D8BE48CA}" presName="thickLine" presStyleLbl="alignNode1" presStyleIdx="2" presStyleCnt="3"/>
      <dgm:spPr/>
    </dgm:pt>
    <dgm:pt modelId="{A945C0AE-A492-4062-A484-DDA36C8F4D94}" type="pres">
      <dgm:prSet presAssocID="{1E80D39C-30B7-436B-B401-AC59D8BE48CA}" presName="horz1" presStyleCnt="0"/>
      <dgm:spPr/>
    </dgm:pt>
    <dgm:pt modelId="{A46C6914-3037-47DD-B34A-DB164B611CC0}" type="pres">
      <dgm:prSet presAssocID="{1E80D39C-30B7-436B-B401-AC59D8BE48CA}" presName="tx1" presStyleLbl="revTx" presStyleIdx="2" presStyleCnt="3"/>
      <dgm:spPr/>
    </dgm:pt>
    <dgm:pt modelId="{ACB40E1D-7D93-4289-9823-D54B6B8070D2}" type="pres">
      <dgm:prSet presAssocID="{1E80D39C-30B7-436B-B401-AC59D8BE48CA}" presName="vert1" presStyleCnt="0"/>
      <dgm:spPr/>
    </dgm:pt>
  </dgm:ptLst>
  <dgm:cxnLst>
    <dgm:cxn modelId="{96DA393A-0FEA-436E-BCB5-6C2837C5201F}" srcId="{D4551EE3-7BD1-4FB3-A826-3F3A75AE23B3}" destId="{1E80D39C-30B7-436B-B401-AC59D8BE48CA}" srcOrd="2" destOrd="0" parTransId="{88996783-DF9C-4ABF-A923-4B4706916FEF}" sibTransId="{404DE6A2-2BA5-4D2C-9A8E-AFFF9929130A}"/>
    <dgm:cxn modelId="{9745356C-F309-4D34-9DDC-31695E8D8B47}" srcId="{D4551EE3-7BD1-4FB3-A826-3F3A75AE23B3}" destId="{3C43A039-C0FE-4468-AF69-78DDC1D81CD5}" srcOrd="1" destOrd="0" parTransId="{E8E2B4AF-D7BB-4E1C-B1F5-BA580F8804A5}" sibTransId="{717D337C-D43A-44B3-B504-830AEF48CE42}"/>
    <dgm:cxn modelId="{F12DE47C-5B8C-4900-BD1E-45577BFC63A5}" type="presOf" srcId="{D4551EE3-7BD1-4FB3-A826-3F3A75AE23B3}" destId="{18FA4663-F07E-4CDC-906C-4A08359B5966}" srcOrd="0" destOrd="0" presId="urn:microsoft.com/office/officeart/2008/layout/LinedList"/>
    <dgm:cxn modelId="{CD050E98-52A9-40A9-A991-0B40CB4EF41E}" type="presOf" srcId="{3C43A039-C0FE-4468-AF69-78DDC1D81CD5}" destId="{6974D497-EBC1-46C6-A2C5-221AC60A86B9}" srcOrd="0" destOrd="0" presId="urn:microsoft.com/office/officeart/2008/layout/LinedList"/>
    <dgm:cxn modelId="{1F1B61D8-1F99-4F18-9218-CE0BC769BCE9}" type="presOf" srcId="{1E80D39C-30B7-436B-B401-AC59D8BE48CA}" destId="{A46C6914-3037-47DD-B34A-DB164B611CC0}" srcOrd="0" destOrd="0" presId="urn:microsoft.com/office/officeart/2008/layout/LinedList"/>
    <dgm:cxn modelId="{7F9732E3-51A1-4F80-8900-EF09371A16F7}" srcId="{D4551EE3-7BD1-4FB3-A826-3F3A75AE23B3}" destId="{CA949ED5-2F42-46E5-871B-E3F649F7733F}" srcOrd="0" destOrd="0" parTransId="{651580E6-273D-438C-B187-885776D101CA}" sibTransId="{9736A2F8-41EB-4973-AD05-C8A2917B932C}"/>
    <dgm:cxn modelId="{E8B686F9-B3AC-4066-8F63-1A230A0FEF0E}" type="presOf" srcId="{CA949ED5-2F42-46E5-871B-E3F649F7733F}" destId="{3E9A926A-AF55-40E7-B357-A428B5B62D23}" srcOrd="0" destOrd="0" presId="urn:microsoft.com/office/officeart/2008/layout/LinedList"/>
    <dgm:cxn modelId="{3BB30681-A762-447E-9848-FB47A0A3E53F}" type="presParOf" srcId="{18FA4663-F07E-4CDC-906C-4A08359B5966}" destId="{77769B4D-8C27-4D68-9648-72A3BB400315}" srcOrd="0" destOrd="0" presId="urn:microsoft.com/office/officeart/2008/layout/LinedList"/>
    <dgm:cxn modelId="{BE3E8F41-DB26-422E-90FC-CCA640D9EF2F}" type="presParOf" srcId="{18FA4663-F07E-4CDC-906C-4A08359B5966}" destId="{8A2D2837-F12D-4B5C-ADA3-5D5C52B21578}" srcOrd="1" destOrd="0" presId="urn:microsoft.com/office/officeart/2008/layout/LinedList"/>
    <dgm:cxn modelId="{90813ED6-986A-46CC-A37C-26505F2D4CEB}" type="presParOf" srcId="{8A2D2837-F12D-4B5C-ADA3-5D5C52B21578}" destId="{3E9A926A-AF55-40E7-B357-A428B5B62D23}" srcOrd="0" destOrd="0" presId="urn:microsoft.com/office/officeart/2008/layout/LinedList"/>
    <dgm:cxn modelId="{CF47CD16-4AE5-4C0F-AA66-23ECE0F6FFA3}" type="presParOf" srcId="{8A2D2837-F12D-4B5C-ADA3-5D5C52B21578}" destId="{C027AE1C-7CE3-4086-B09E-20A20031F880}" srcOrd="1" destOrd="0" presId="urn:microsoft.com/office/officeart/2008/layout/LinedList"/>
    <dgm:cxn modelId="{267DA29F-0F4A-49A9-BFF5-80FDAD3C8320}" type="presParOf" srcId="{18FA4663-F07E-4CDC-906C-4A08359B5966}" destId="{C8274CBC-C3D4-46EA-BDF0-84A08ADF3725}" srcOrd="2" destOrd="0" presId="urn:microsoft.com/office/officeart/2008/layout/LinedList"/>
    <dgm:cxn modelId="{52E3AED9-4457-4E7D-937C-C237BE6A5497}" type="presParOf" srcId="{18FA4663-F07E-4CDC-906C-4A08359B5966}" destId="{D7572264-B974-4E4E-8759-0E26774CC32F}" srcOrd="3" destOrd="0" presId="urn:microsoft.com/office/officeart/2008/layout/LinedList"/>
    <dgm:cxn modelId="{3503266E-7678-4E2B-A020-88DA9F7BDB5A}" type="presParOf" srcId="{D7572264-B974-4E4E-8759-0E26774CC32F}" destId="{6974D497-EBC1-46C6-A2C5-221AC60A86B9}" srcOrd="0" destOrd="0" presId="urn:microsoft.com/office/officeart/2008/layout/LinedList"/>
    <dgm:cxn modelId="{34FDF17D-B646-424B-B208-686F2B419D5E}" type="presParOf" srcId="{D7572264-B974-4E4E-8759-0E26774CC32F}" destId="{10EF62E0-C8EB-4B8A-AA0C-34C38714BB5F}" srcOrd="1" destOrd="0" presId="urn:microsoft.com/office/officeart/2008/layout/LinedList"/>
    <dgm:cxn modelId="{E09EF953-8E2B-4BFB-B639-5C456208749F}" type="presParOf" srcId="{18FA4663-F07E-4CDC-906C-4A08359B5966}" destId="{701F980C-14FA-49FD-93A2-B190A1C8464D}" srcOrd="4" destOrd="0" presId="urn:microsoft.com/office/officeart/2008/layout/LinedList"/>
    <dgm:cxn modelId="{186188F0-F957-4679-B011-638F6D99751B}" type="presParOf" srcId="{18FA4663-F07E-4CDC-906C-4A08359B5966}" destId="{A945C0AE-A492-4062-A484-DDA36C8F4D94}" srcOrd="5" destOrd="0" presId="urn:microsoft.com/office/officeart/2008/layout/LinedList"/>
    <dgm:cxn modelId="{D71331F3-2D18-4C0E-9808-E0A23F1527DB}" type="presParOf" srcId="{A945C0AE-A492-4062-A484-DDA36C8F4D94}" destId="{A46C6914-3037-47DD-B34A-DB164B611CC0}" srcOrd="0" destOrd="0" presId="urn:microsoft.com/office/officeart/2008/layout/LinedList"/>
    <dgm:cxn modelId="{1773ED99-0C5E-4DA8-B056-E48527B0F923}" type="presParOf" srcId="{A945C0AE-A492-4062-A484-DDA36C8F4D94}" destId="{ACB40E1D-7D93-4289-9823-D54B6B8070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6C1469-72F0-4C9C-BCD2-9D504240A75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BBCB72-8101-417E-9F88-641A7EFA7B0E}">
      <dgm:prSet/>
      <dgm:spPr/>
      <dgm:t>
        <a:bodyPr/>
        <a:lstStyle/>
        <a:p>
          <a:r>
            <a:rPr lang="en-US"/>
            <a:t>Candidate Models:</a:t>
          </a:r>
        </a:p>
      </dgm:t>
    </dgm:pt>
    <dgm:pt modelId="{A056D5CA-CF69-4638-8B93-6CD905C1DF31}" type="parTrans" cxnId="{1F044DF1-D7B6-41E9-AF9C-C70EAE60C5A8}">
      <dgm:prSet/>
      <dgm:spPr/>
      <dgm:t>
        <a:bodyPr/>
        <a:lstStyle/>
        <a:p>
          <a:endParaRPr lang="en-US"/>
        </a:p>
      </dgm:t>
    </dgm:pt>
    <dgm:pt modelId="{988FA9E3-400A-4573-8D56-D595675462B8}" type="sibTrans" cxnId="{1F044DF1-D7B6-41E9-AF9C-C70EAE60C5A8}">
      <dgm:prSet/>
      <dgm:spPr/>
      <dgm:t>
        <a:bodyPr/>
        <a:lstStyle/>
        <a:p>
          <a:endParaRPr lang="en-US"/>
        </a:p>
      </dgm:t>
    </dgm:pt>
    <dgm:pt modelId="{2B816B67-FFFE-4895-BBDD-B68716A76A46}">
      <dgm:prSet/>
      <dgm:spPr/>
      <dgm:t>
        <a:bodyPr/>
        <a:lstStyle/>
        <a:p>
          <a:r>
            <a:rPr lang="en-US" b="1"/>
            <a:t>Logistic Regression</a:t>
          </a:r>
          <a:r>
            <a:rPr lang="en-US"/>
            <a:t> </a:t>
          </a:r>
        </a:p>
      </dgm:t>
    </dgm:pt>
    <dgm:pt modelId="{FFA71731-CC72-4512-96AE-EDA68134AA5A}" type="parTrans" cxnId="{A87D386F-E947-46C0-BF14-1010488AFB79}">
      <dgm:prSet/>
      <dgm:spPr/>
      <dgm:t>
        <a:bodyPr/>
        <a:lstStyle/>
        <a:p>
          <a:endParaRPr lang="en-US"/>
        </a:p>
      </dgm:t>
    </dgm:pt>
    <dgm:pt modelId="{D0BCAFF7-8A11-4A71-A80A-78A6ECA8D851}" type="sibTrans" cxnId="{A87D386F-E947-46C0-BF14-1010488AFB79}">
      <dgm:prSet/>
      <dgm:spPr/>
      <dgm:t>
        <a:bodyPr/>
        <a:lstStyle/>
        <a:p>
          <a:endParaRPr lang="en-US"/>
        </a:p>
      </dgm:t>
    </dgm:pt>
    <dgm:pt modelId="{77B0E881-F0D5-46A4-A283-11C575F695C5}">
      <dgm:prSet/>
      <dgm:spPr/>
      <dgm:t>
        <a:bodyPr/>
        <a:lstStyle/>
        <a:p>
          <a:r>
            <a:rPr lang="en-US" b="1"/>
            <a:t>Gradient Boosting</a:t>
          </a:r>
          <a:r>
            <a:rPr lang="en-US"/>
            <a:t> </a:t>
          </a:r>
        </a:p>
      </dgm:t>
    </dgm:pt>
    <dgm:pt modelId="{C119E80B-0A71-4B29-AE55-45E59B10796D}" type="parTrans" cxnId="{5993AC25-0114-4CEA-96BE-DC943E9891EB}">
      <dgm:prSet/>
      <dgm:spPr/>
      <dgm:t>
        <a:bodyPr/>
        <a:lstStyle/>
        <a:p>
          <a:endParaRPr lang="en-US"/>
        </a:p>
      </dgm:t>
    </dgm:pt>
    <dgm:pt modelId="{FDA01EE2-A4C6-49A3-99BF-FB0EC9A51FFB}" type="sibTrans" cxnId="{5993AC25-0114-4CEA-96BE-DC943E9891EB}">
      <dgm:prSet/>
      <dgm:spPr/>
      <dgm:t>
        <a:bodyPr/>
        <a:lstStyle/>
        <a:p>
          <a:endParaRPr lang="en-US"/>
        </a:p>
      </dgm:t>
    </dgm:pt>
    <dgm:pt modelId="{5527EC93-BAAD-42CB-82B6-75ED30A9B570}">
      <dgm:prSet/>
      <dgm:spPr/>
      <dgm:t>
        <a:bodyPr/>
        <a:lstStyle/>
        <a:p>
          <a:r>
            <a:rPr lang="en-US" b="1"/>
            <a:t>Random Forest</a:t>
          </a:r>
          <a:endParaRPr lang="en-US"/>
        </a:p>
      </dgm:t>
    </dgm:pt>
    <dgm:pt modelId="{3FC57AC4-9C15-4D18-A473-150494EB1B14}" type="parTrans" cxnId="{C85FC714-CDC5-4E52-98BC-C0144D76AF19}">
      <dgm:prSet/>
      <dgm:spPr/>
      <dgm:t>
        <a:bodyPr/>
        <a:lstStyle/>
        <a:p>
          <a:endParaRPr lang="en-US"/>
        </a:p>
      </dgm:t>
    </dgm:pt>
    <dgm:pt modelId="{835E138C-B5C7-46E5-BAAF-1AA1E851C033}" type="sibTrans" cxnId="{C85FC714-CDC5-4E52-98BC-C0144D76AF19}">
      <dgm:prSet/>
      <dgm:spPr/>
      <dgm:t>
        <a:bodyPr/>
        <a:lstStyle/>
        <a:p>
          <a:endParaRPr lang="en-US"/>
        </a:p>
      </dgm:t>
    </dgm:pt>
    <dgm:pt modelId="{185AC07A-3491-4996-BC58-107633C0ED78}">
      <dgm:prSet/>
      <dgm:spPr/>
      <dgm:t>
        <a:bodyPr/>
        <a:lstStyle/>
        <a:p>
          <a:r>
            <a:rPr lang="en-US"/>
            <a:t>LR Rejection</a:t>
          </a:r>
        </a:p>
      </dgm:t>
    </dgm:pt>
    <dgm:pt modelId="{B9A29A00-57E3-4BD1-964C-D610DB4A3667}" type="parTrans" cxnId="{A78BEA77-F3DF-4F4D-A083-42F2361DE3CF}">
      <dgm:prSet/>
      <dgm:spPr/>
      <dgm:t>
        <a:bodyPr/>
        <a:lstStyle/>
        <a:p>
          <a:endParaRPr lang="en-US"/>
        </a:p>
      </dgm:t>
    </dgm:pt>
    <dgm:pt modelId="{F62153D3-9489-4810-ADBD-B3B420D5E8D6}" type="sibTrans" cxnId="{A78BEA77-F3DF-4F4D-A083-42F2361DE3CF}">
      <dgm:prSet/>
      <dgm:spPr/>
      <dgm:t>
        <a:bodyPr/>
        <a:lstStyle/>
        <a:p>
          <a:endParaRPr lang="en-US"/>
        </a:p>
      </dgm:t>
    </dgm:pt>
    <dgm:pt modelId="{2C4CD6D7-8B2D-4B7E-99B5-FB0FE446A219}">
      <dgm:prSet/>
      <dgm:spPr/>
      <dgm:t>
        <a:bodyPr/>
        <a:lstStyle/>
        <a:p>
          <a:r>
            <a:rPr lang="en-US"/>
            <a:t>RF Selection</a:t>
          </a:r>
        </a:p>
      </dgm:t>
    </dgm:pt>
    <dgm:pt modelId="{3EE23506-30E6-4FAB-876B-CB30016C32E6}" type="parTrans" cxnId="{6DAAECBF-009A-4687-A78D-65D284926E0C}">
      <dgm:prSet/>
      <dgm:spPr/>
      <dgm:t>
        <a:bodyPr/>
        <a:lstStyle/>
        <a:p>
          <a:endParaRPr lang="en-US"/>
        </a:p>
      </dgm:t>
    </dgm:pt>
    <dgm:pt modelId="{1A839189-8045-44DB-8186-85E4F4C333CF}" type="sibTrans" cxnId="{6DAAECBF-009A-4687-A78D-65D284926E0C}">
      <dgm:prSet/>
      <dgm:spPr/>
      <dgm:t>
        <a:bodyPr/>
        <a:lstStyle/>
        <a:p>
          <a:endParaRPr lang="en-US"/>
        </a:p>
      </dgm:t>
    </dgm:pt>
    <dgm:pt modelId="{1AB47B6E-AFF4-4D1C-8378-62E6F2785939}" type="pres">
      <dgm:prSet presAssocID="{9D6C1469-72F0-4C9C-BCD2-9D504240A75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9A3835-3E50-489C-9E2F-F44A3E530F7F}" type="pres">
      <dgm:prSet presAssocID="{DFBBCB72-8101-417E-9F88-641A7EFA7B0E}" presName="hierRoot1" presStyleCnt="0"/>
      <dgm:spPr/>
    </dgm:pt>
    <dgm:pt modelId="{C819F4F2-FEA2-4EF9-A64D-A580666192DC}" type="pres">
      <dgm:prSet presAssocID="{DFBBCB72-8101-417E-9F88-641A7EFA7B0E}" presName="composite" presStyleCnt="0"/>
      <dgm:spPr/>
    </dgm:pt>
    <dgm:pt modelId="{67CB224D-C4BC-4B95-9991-99D29DBAFC8E}" type="pres">
      <dgm:prSet presAssocID="{DFBBCB72-8101-417E-9F88-641A7EFA7B0E}" presName="background" presStyleLbl="node0" presStyleIdx="0" presStyleCnt="3"/>
      <dgm:spPr/>
    </dgm:pt>
    <dgm:pt modelId="{34F71708-500C-4C08-8345-B1EB1F53C45F}" type="pres">
      <dgm:prSet presAssocID="{DFBBCB72-8101-417E-9F88-641A7EFA7B0E}" presName="text" presStyleLbl="fgAcc0" presStyleIdx="0" presStyleCnt="3">
        <dgm:presLayoutVars>
          <dgm:chPref val="3"/>
        </dgm:presLayoutVars>
      </dgm:prSet>
      <dgm:spPr/>
    </dgm:pt>
    <dgm:pt modelId="{46F33BA1-E82F-42E4-9057-0B0F3C0ED84D}" type="pres">
      <dgm:prSet presAssocID="{DFBBCB72-8101-417E-9F88-641A7EFA7B0E}" presName="hierChild2" presStyleCnt="0"/>
      <dgm:spPr/>
    </dgm:pt>
    <dgm:pt modelId="{7BAD3B34-F51F-474C-8ED7-D7596A460787}" type="pres">
      <dgm:prSet presAssocID="{FFA71731-CC72-4512-96AE-EDA68134AA5A}" presName="Name10" presStyleLbl="parChTrans1D2" presStyleIdx="0" presStyleCnt="3"/>
      <dgm:spPr/>
    </dgm:pt>
    <dgm:pt modelId="{785A0AE7-36C9-4485-ACC1-B76AEDEB68A8}" type="pres">
      <dgm:prSet presAssocID="{2B816B67-FFFE-4895-BBDD-B68716A76A46}" presName="hierRoot2" presStyleCnt="0"/>
      <dgm:spPr/>
    </dgm:pt>
    <dgm:pt modelId="{111C35B3-EDE8-4674-A5E5-DF1F68F8A945}" type="pres">
      <dgm:prSet presAssocID="{2B816B67-FFFE-4895-BBDD-B68716A76A46}" presName="composite2" presStyleCnt="0"/>
      <dgm:spPr/>
    </dgm:pt>
    <dgm:pt modelId="{69A0B3DA-85FF-4BA8-8D92-371777D678BB}" type="pres">
      <dgm:prSet presAssocID="{2B816B67-FFFE-4895-BBDD-B68716A76A46}" presName="background2" presStyleLbl="node2" presStyleIdx="0" presStyleCnt="3"/>
      <dgm:spPr/>
    </dgm:pt>
    <dgm:pt modelId="{29A02E28-DF21-436E-AD81-8A532E775BB1}" type="pres">
      <dgm:prSet presAssocID="{2B816B67-FFFE-4895-BBDD-B68716A76A46}" presName="text2" presStyleLbl="fgAcc2" presStyleIdx="0" presStyleCnt="3">
        <dgm:presLayoutVars>
          <dgm:chPref val="3"/>
        </dgm:presLayoutVars>
      </dgm:prSet>
      <dgm:spPr/>
    </dgm:pt>
    <dgm:pt modelId="{5948A7A7-472A-4CE6-9A39-57F81BDC5826}" type="pres">
      <dgm:prSet presAssocID="{2B816B67-FFFE-4895-BBDD-B68716A76A46}" presName="hierChild3" presStyleCnt="0"/>
      <dgm:spPr/>
    </dgm:pt>
    <dgm:pt modelId="{5DE369A2-545A-4EA7-9915-177D803FB1EE}" type="pres">
      <dgm:prSet presAssocID="{C119E80B-0A71-4B29-AE55-45E59B10796D}" presName="Name10" presStyleLbl="parChTrans1D2" presStyleIdx="1" presStyleCnt="3"/>
      <dgm:spPr/>
    </dgm:pt>
    <dgm:pt modelId="{291A9C23-39FC-4267-9CFB-06765476D3D4}" type="pres">
      <dgm:prSet presAssocID="{77B0E881-F0D5-46A4-A283-11C575F695C5}" presName="hierRoot2" presStyleCnt="0"/>
      <dgm:spPr/>
    </dgm:pt>
    <dgm:pt modelId="{0C60E43C-DC61-4065-B64D-5B40E2FEFE33}" type="pres">
      <dgm:prSet presAssocID="{77B0E881-F0D5-46A4-A283-11C575F695C5}" presName="composite2" presStyleCnt="0"/>
      <dgm:spPr/>
    </dgm:pt>
    <dgm:pt modelId="{9BC9C692-56ED-42F4-9B29-ECECFA4CD049}" type="pres">
      <dgm:prSet presAssocID="{77B0E881-F0D5-46A4-A283-11C575F695C5}" presName="background2" presStyleLbl="node2" presStyleIdx="1" presStyleCnt="3"/>
      <dgm:spPr/>
    </dgm:pt>
    <dgm:pt modelId="{05050BBC-0522-4904-9E60-495307A13EC3}" type="pres">
      <dgm:prSet presAssocID="{77B0E881-F0D5-46A4-A283-11C575F695C5}" presName="text2" presStyleLbl="fgAcc2" presStyleIdx="1" presStyleCnt="3">
        <dgm:presLayoutVars>
          <dgm:chPref val="3"/>
        </dgm:presLayoutVars>
      </dgm:prSet>
      <dgm:spPr/>
    </dgm:pt>
    <dgm:pt modelId="{35AEF1C5-0D97-4B08-9EE4-8ADC30587D44}" type="pres">
      <dgm:prSet presAssocID="{77B0E881-F0D5-46A4-A283-11C575F695C5}" presName="hierChild3" presStyleCnt="0"/>
      <dgm:spPr/>
    </dgm:pt>
    <dgm:pt modelId="{01870ED1-03C1-4D1C-B0F3-7B8E7610CEC6}" type="pres">
      <dgm:prSet presAssocID="{3FC57AC4-9C15-4D18-A473-150494EB1B14}" presName="Name10" presStyleLbl="parChTrans1D2" presStyleIdx="2" presStyleCnt="3"/>
      <dgm:spPr/>
    </dgm:pt>
    <dgm:pt modelId="{2BCE40BF-2163-4847-9D1B-58955BA25199}" type="pres">
      <dgm:prSet presAssocID="{5527EC93-BAAD-42CB-82B6-75ED30A9B570}" presName="hierRoot2" presStyleCnt="0"/>
      <dgm:spPr/>
    </dgm:pt>
    <dgm:pt modelId="{AE915478-F069-458C-80A5-56375FEDB556}" type="pres">
      <dgm:prSet presAssocID="{5527EC93-BAAD-42CB-82B6-75ED30A9B570}" presName="composite2" presStyleCnt="0"/>
      <dgm:spPr/>
    </dgm:pt>
    <dgm:pt modelId="{4506BD0E-75FC-41C3-9FE6-54DFB905E0F2}" type="pres">
      <dgm:prSet presAssocID="{5527EC93-BAAD-42CB-82B6-75ED30A9B570}" presName="background2" presStyleLbl="node2" presStyleIdx="2" presStyleCnt="3"/>
      <dgm:spPr/>
    </dgm:pt>
    <dgm:pt modelId="{3461FD2D-93DA-48B9-A629-B43E111DC143}" type="pres">
      <dgm:prSet presAssocID="{5527EC93-BAAD-42CB-82B6-75ED30A9B570}" presName="text2" presStyleLbl="fgAcc2" presStyleIdx="2" presStyleCnt="3">
        <dgm:presLayoutVars>
          <dgm:chPref val="3"/>
        </dgm:presLayoutVars>
      </dgm:prSet>
      <dgm:spPr/>
    </dgm:pt>
    <dgm:pt modelId="{EA682F75-A215-4EF0-A7A0-B4279EF8F617}" type="pres">
      <dgm:prSet presAssocID="{5527EC93-BAAD-42CB-82B6-75ED30A9B570}" presName="hierChild3" presStyleCnt="0"/>
      <dgm:spPr/>
    </dgm:pt>
    <dgm:pt modelId="{D3EEBB8D-6837-4C25-A2B3-EBAA34F679BA}" type="pres">
      <dgm:prSet presAssocID="{185AC07A-3491-4996-BC58-107633C0ED78}" presName="hierRoot1" presStyleCnt="0"/>
      <dgm:spPr/>
    </dgm:pt>
    <dgm:pt modelId="{D90859F4-474B-4BF6-8242-44EA28137714}" type="pres">
      <dgm:prSet presAssocID="{185AC07A-3491-4996-BC58-107633C0ED78}" presName="composite" presStyleCnt="0"/>
      <dgm:spPr/>
    </dgm:pt>
    <dgm:pt modelId="{C053BCFF-750B-4933-84AD-ACB605F9B8AF}" type="pres">
      <dgm:prSet presAssocID="{185AC07A-3491-4996-BC58-107633C0ED78}" presName="background" presStyleLbl="node0" presStyleIdx="1" presStyleCnt="3"/>
      <dgm:spPr/>
    </dgm:pt>
    <dgm:pt modelId="{9E93A89E-1DAD-488E-B460-2AE619942826}" type="pres">
      <dgm:prSet presAssocID="{185AC07A-3491-4996-BC58-107633C0ED78}" presName="text" presStyleLbl="fgAcc0" presStyleIdx="1" presStyleCnt="3">
        <dgm:presLayoutVars>
          <dgm:chPref val="3"/>
        </dgm:presLayoutVars>
      </dgm:prSet>
      <dgm:spPr/>
    </dgm:pt>
    <dgm:pt modelId="{1634C81A-EB2B-4B2C-85C3-B4F227E712E6}" type="pres">
      <dgm:prSet presAssocID="{185AC07A-3491-4996-BC58-107633C0ED78}" presName="hierChild2" presStyleCnt="0"/>
      <dgm:spPr/>
    </dgm:pt>
    <dgm:pt modelId="{BBDAFB0A-B4BC-4B77-9C28-004BDA531582}" type="pres">
      <dgm:prSet presAssocID="{2C4CD6D7-8B2D-4B7E-99B5-FB0FE446A219}" presName="hierRoot1" presStyleCnt="0"/>
      <dgm:spPr/>
    </dgm:pt>
    <dgm:pt modelId="{F79A7E25-012E-4B03-8663-29C2610B4A6F}" type="pres">
      <dgm:prSet presAssocID="{2C4CD6D7-8B2D-4B7E-99B5-FB0FE446A219}" presName="composite" presStyleCnt="0"/>
      <dgm:spPr/>
    </dgm:pt>
    <dgm:pt modelId="{81C71D52-D8DB-4E5B-88EC-F677D63D6DE3}" type="pres">
      <dgm:prSet presAssocID="{2C4CD6D7-8B2D-4B7E-99B5-FB0FE446A219}" presName="background" presStyleLbl="node0" presStyleIdx="2" presStyleCnt="3"/>
      <dgm:spPr/>
    </dgm:pt>
    <dgm:pt modelId="{7450D499-3D2D-40AB-93ED-D56C3A6F6FC1}" type="pres">
      <dgm:prSet presAssocID="{2C4CD6D7-8B2D-4B7E-99B5-FB0FE446A219}" presName="text" presStyleLbl="fgAcc0" presStyleIdx="2" presStyleCnt="3">
        <dgm:presLayoutVars>
          <dgm:chPref val="3"/>
        </dgm:presLayoutVars>
      </dgm:prSet>
      <dgm:spPr/>
    </dgm:pt>
    <dgm:pt modelId="{548E2F4E-8E23-4D38-8E4C-3DC0D8939997}" type="pres">
      <dgm:prSet presAssocID="{2C4CD6D7-8B2D-4B7E-99B5-FB0FE446A219}" presName="hierChild2" presStyleCnt="0"/>
      <dgm:spPr/>
    </dgm:pt>
  </dgm:ptLst>
  <dgm:cxnLst>
    <dgm:cxn modelId="{FB550406-542A-4A97-B41C-1298E3B7F9F5}" type="presOf" srcId="{2C4CD6D7-8B2D-4B7E-99B5-FB0FE446A219}" destId="{7450D499-3D2D-40AB-93ED-D56C3A6F6FC1}" srcOrd="0" destOrd="0" presId="urn:microsoft.com/office/officeart/2005/8/layout/hierarchy1"/>
    <dgm:cxn modelId="{C85FC714-CDC5-4E52-98BC-C0144D76AF19}" srcId="{DFBBCB72-8101-417E-9F88-641A7EFA7B0E}" destId="{5527EC93-BAAD-42CB-82B6-75ED30A9B570}" srcOrd="2" destOrd="0" parTransId="{3FC57AC4-9C15-4D18-A473-150494EB1B14}" sibTransId="{835E138C-B5C7-46E5-BAAF-1AA1E851C033}"/>
    <dgm:cxn modelId="{123F1518-DB74-4A09-8479-9A2F42EE430A}" type="presOf" srcId="{FFA71731-CC72-4512-96AE-EDA68134AA5A}" destId="{7BAD3B34-F51F-474C-8ED7-D7596A460787}" srcOrd="0" destOrd="0" presId="urn:microsoft.com/office/officeart/2005/8/layout/hierarchy1"/>
    <dgm:cxn modelId="{5993AC25-0114-4CEA-96BE-DC943E9891EB}" srcId="{DFBBCB72-8101-417E-9F88-641A7EFA7B0E}" destId="{77B0E881-F0D5-46A4-A283-11C575F695C5}" srcOrd="1" destOrd="0" parTransId="{C119E80B-0A71-4B29-AE55-45E59B10796D}" sibTransId="{FDA01EE2-A4C6-49A3-99BF-FB0EC9A51FFB}"/>
    <dgm:cxn modelId="{C1605328-7238-4B20-B4AE-842C18F8F30F}" type="presOf" srcId="{3FC57AC4-9C15-4D18-A473-150494EB1B14}" destId="{01870ED1-03C1-4D1C-B0F3-7B8E7610CEC6}" srcOrd="0" destOrd="0" presId="urn:microsoft.com/office/officeart/2005/8/layout/hierarchy1"/>
    <dgm:cxn modelId="{1AB2B43C-D9AC-4FBD-B753-A78740A49C24}" type="presOf" srcId="{2B816B67-FFFE-4895-BBDD-B68716A76A46}" destId="{29A02E28-DF21-436E-AD81-8A532E775BB1}" srcOrd="0" destOrd="0" presId="urn:microsoft.com/office/officeart/2005/8/layout/hierarchy1"/>
    <dgm:cxn modelId="{58742760-34E6-48EC-BA24-3D8453B2B92D}" type="presOf" srcId="{77B0E881-F0D5-46A4-A283-11C575F695C5}" destId="{05050BBC-0522-4904-9E60-495307A13EC3}" srcOrd="0" destOrd="0" presId="urn:microsoft.com/office/officeart/2005/8/layout/hierarchy1"/>
    <dgm:cxn modelId="{A87D386F-E947-46C0-BF14-1010488AFB79}" srcId="{DFBBCB72-8101-417E-9F88-641A7EFA7B0E}" destId="{2B816B67-FFFE-4895-BBDD-B68716A76A46}" srcOrd="0" destOrd="0" parTransId="{FFA71731-CC72-4512-96AE-EDA68134AA5A}" sibTransId="{D0BCAFF7-8A11-4A71-A80A-78A6ECA8D851}"/>
    <dgm:cxn modelId="{A78BEA77-F3DF-4F4D-A083-42F2361DE3CF}" srcId="{9D6C1469-72F0-4C9C-BCD2-9D504240A75A}" destId="{185AC07A-3491-4996-BC58-107633C0ED78}" srcOrd="1" destOrd="0" parTransId="{B9A29A00-57E3-4BD1-964C-D610DB4A3667}" sibTransId="{F62153D3-9489-4810-ADBD-B3B420D5E8D6}"/>
    <dgm:cxn modelId="{381A2C97-8F12-46CE-889B-153318CEF0EF}" type="presOf" srcId="{5527EC93-BAAD-42CB-82B6-75ED30A9B570}" destId="{3461FD2D-93DA-48B9-A629-B43E111DC143}" srcOrd="0" destOrd="0" presId="urn:microsoft.com/office/officeart/2005/8/layout/hierarchy1"/>
    <dgm:cxn modelId="{1D0138B8-EB55-4887-A2A0-EA7884D21FCD}" type="presOf" srcId="{185AC07A-3491-4996-BC58-107633C0ED78}" destId="{9E93A89E-1DAD-488E-B460-2AE619942826}" srcOrd="0" destOrd="0" presId="urn:microsoft.com/office/officeart/2005/8/layout/hierarchy1"/>
    <dgm:cxn modelId="{4A2523B9-5A6C-448B-B8BC-E4D7D8474870}" type="presOf" srcId="{9D6C1469-72F0-4C9C-BCD2-9D504240A75A}" destId="{1AB47B6E-AFF4-4D1C-8378-62E6F2785939}" srcOrd="0" destOrd="0" presId="urn:microsoft.com/office/officeart/2005/8/layout/hierarchy1"/>
    <dgm:cxn modelId="{6DAAECBF-009A-4687-A78D-65D284926E0C}" srcId="{9D6C1469-72F0-4C9C-BCD2-9D504240A75A}" destId="{2C4CD6D7-8B2D-4B7E-99B5-FB0FE446A219}" srcOrd="2" destOrd="0" parTransId="{3EE23506-30E6-4FAB-876B-CB30016C32E6}" sibTransId="{1A839189-8045-44DB-8186-85E4F4C333CF}"/>
    <dgm:cxn modelId="{8A7D73D1-79E0-4FE6-BFA3-17BE538C0E50}" type="presOf" srcId="{C119E80B-0A71-4B29-AE55-45E59B10796D}" destId="{5DE369A2-545A-4EA7-9915-177D803FB1EE}" srcOrd="0" destOrd="0" presId="urn:microsoft.com/office/officeart/2005/8/layout/hierarchy1"/>
    <dgm:cxn modelId="{2751FAE1-99A4-475C-941D-5B5132DFFFAB}" type="presOf" srcId="{DFBBCB72-8101-417E-9F88-641A7EFA7B0E}" destId="{34F71708-500C-4C08-8345-B1EB1F53C45F}" srcOrd="0" destOrd="0" presId="urn:microsoft.com/office/officeart/2005/8/layout/hierarchy1"/>
    <dgm:cxn modelId="{1F044DF1-D7B6-41E9-AF9C-C70EAE60C5A8}" srcId="{9D6C1469-72F0-4C9C-BCD2-9D504240A75A}" destId="{DFBBCB72-8101-417E-9F88-641A7EFA7B0E}" srcOrd="0" destOrd="0" parTransId="{A056D5CA-CF69-4638-8B93-6CD905C1DF31}" sibTransId="{988FA9E3-400A-4573-8D56-D595675462B8}"/>
    <dgm:cxn modelId="{9B99EE4C-C4FA-4B61-928E-0D9B5EF75868}" type="presParOf" srcId="{1AB47B6E-AFF4-4D1C-8378-62E6F2785939}" destId="{CA9A3835-3E50-489C-9E2F-F44A3E530F7F}" srcOrd="0" destOrd="0" presId="urn:microsoft.com/office/officeart/2005/8/layout/hierarchy1"/>
    <dgm:cxn modelId="{1292FC77-B127-4276-A5BB-B0AD88254D00}" type="presParOf" srcId="{CA9A3835-3E50-489C-9E2F-F44A3E530F7F}" destId="{C819F4F2-FEA2-4EF9-A64D-A580666192DC}" srcOrd="0" destOrd="0" presId="urn:microsoft.com/office/officeart/2005/8/layout/hierarchy1"/>
    <dgm:cxn modelId="{77CAB4B3-5431-4170-8EE7-ED7404B2F85B}" type="presParOf" srcId="{C819F4F2-FEA2-4EF9-A64D-A580666192DC}" destId="{67CB224D-C4BC-4B95-9991-99D29DBAFC8E}" srcOrd="0" destOrd="0" presId="urn:microsoft.com/office/officeart/2005/8/layout/hierarchy1"/>
    <dgm:cxn modelId="{11E470B3-F4B4-44CC-9811-630493C9874D}" type="presParOf" srcId="{C819F4F2-FEA2-4EF9-A64D-A580666192DC}" destId="{34F71708-500C-4C08-8345-B1EB1F53C45F}" srcOrd="1" destOrd="0" presId="urn:microsoft.com/office/officeart/2005/8/layout/hierarchy1"/>
    <dgm:cxn modelId="{469731C1-A56C-42D4-B7BA-B69E6207E704}" type="presParOf" srcId="{CA9A3835-3E50-489C-9E2F-F44A3E530F7F}" destId="{46F33BA1-E82F-42E4-9057-0B0F3C0ED84D}" srcOrd="1" destOrd="0" presId="urn:microsoft.com/office/officeart/2005/8/layout/hierarchy1"/>
    <dgm:cxn modelId="{7BF1902E-26F9-432E-BD60-471F9C678B0B}" type="presParOf" srcId="{46F33BA1-E82F-42E4-9057-0B0F3C0ED84D}" destId="{7BAD3B34-F51F-474C-8ED7-D7596A460787}" srcOrd="0" destOrd="0" presId="urn:microsoft.com/office/officeart/2005/8/layout/hierarchy1"/>
    <dgm:cxn modelId="{808BEF00-AE74-4389-9ECF-33E07899ECC6}" type="presParOf" srcId="{46F33BA1-E82F-42E4-9057-0B0F3C0ED84D}" destId="{785A0AE7-36C9-4485-ACC1-B76AEDEB68A8}" srcOrd="1" destOrd="0" presId="urn:microsoft.com/office/officeart/2005/8/layout/hierarchy1"/>
    <dgm:cxn modelId="{9270E8C7-52D4-4C4D-BF7E-E1F47C5968C0}" type="presParOf" srcId="{785A0AE7-36C9-4485-ACC1-B76AEDEB68A8}" destId="{111C35B3-EDE8-4674-A5E5-DF1F68F8A945}" srcOrd="0" destOrd="0" presId="urn:microsoft.com/office/officeart/2005/8/layout/hierarchy1"/>
    <dgm:cxn modelId="{F5753A0E-739B-46D4-B612-017290284D7C}" type="presParOf" srcId="{111C35B3-EDE8-4674-A5E5-DF1F68F8A945}" destId="{69A0B3DA-85FF-4BA8-8D92-371777D678BB}" srcOrd="0" destOrd="0" presId="urn:microsoft.com/office/officeart/2005/8/layout/hierarchy1"/>
    <dgm:cxn modelId="{1F41E6C1-9902-41B2-8A0E-156EF5497EAD}" type="presParOf" srcId="{111C35B3-EDE8-4674-A5E5-DF1F68F8A945}" destId="{29A02E28-DF21-436E-AD81-8A532E775BB1}" srcOrd="1" destOrd="0" presId="urn:microsoft.com/office/officeart/2005/8/layout/hierarchy1"/>
    <dgm:cxn modelId="{719713C1-A043-4AA6-BFE4-167E77C9714D}" type="presParOf" srcId="{785A0AE7-36C9-4485-ACC1-B76AEDEB68A8}" destId="{5948A7A7-472A-4CE6-9A39-57F81BDC5826}" srcOrd="1" destOrd="0" presId="urn:microsoft.com/office/officeart/2005/8/layout/hierarchy1"/>
    <dgm:cxn modelId="{950F07FF-B563-4513-A787-2228753E8838}" type="presParOf" srcId="{46F33BA1-E82F-42E4-9057-0B0F3C0ED84D}" destId="{5DE369A2-545A-4EA7-9915-177D803FB1EE}" srcOrd="2" destOrd="0" presId="urn:microsoft.com/office/officeart/2005/8/layout/hierarchy1"/>
    <dgm:cxn modelId="{B77E17C8-4BC0-425D-91B2-9B36B080237B}" type="presParOf" srcId="{46F33BA1-E82F-42E4-9057-0B0F3C0ED84D}" destId="{291A9C23-39FC-4267-9CFB-06765476D3D4}" srcOrd="3" destOrd="0" presId="urn:microsoft.com/office/officeart/2005/8/layout/hierarchy1"/>
    <dgm:cxn modelId="{C917C45D-63FC-4D06-AB74-05A62950FBB8}" type="presParOf" srcId="{291A9C23-39FC-4267-9CFB-06765476D3D4}" destId="{0C60E43C-DC61-4065-B64D-5B40E2FEFE33}" srcOrd="0" destOrd="0" presId="urn:microsoft.com/office/officeart/2005/8/layout/hierarchy1"/>
    <dgm:cxn modelId="{70C3707C-ED70-4190-BF67-D35B19CE8422}" type="presParOf" srcId="{0C60E43C-DC61-4065-B64D-5B40E2FEFE33}" destId="{9BC9C692-56ED-42F4-9B29-ECECFA4CD049}" srcOrd="0" destOrd="0" presId="urn:microsoft.com/office/officeart/2005/8/layout/hierarchy1"/>
    <dgm:cxn modelId="{F261B2D6-C023-4FB2-B252-9AFDC04C1336}" type="presParOf" srcId="{0C60E43C-DC61-4065-B64D-5B40E2FEFE33}" destId="{05050BBC-0522-4904-9E60-495307A13EC3}" srcOrd="1" destOrd="0" presId="urn:microsoft.com/office/officeart/2005/8/layout/hierarchy1"/>
    <dgm:cxn modelId="{7C5958EF-F730-4CFD-A3BC-16C13BDEF5BD}" type="presParOf" srcId="{291A9C23-39FC-4267-9CFB-06765476D3D4}" destId="{35AEF1C5-0D97-4B08-9EE4-8ADC30587D44}" srcOrd="1" destOrd="0" presId="urn:microsoft.com/office/officeart/2005/8/layout/hierarchy1"/>
    <dgm:cxn modelId="{83B5A434-0793-49DB-ADFF-132FDD41EF1B}" type="presParOf" srcId="{46F33BA1-E82F-42E4-9057-0B0F3C0ED84D}" destId="{01870ED1-03C1-4D1C-B0F3-7B8E7610CEC6}" srcOrd="4" destOrd="0" presId="urn:microsoft.com/office/officeart/2005/8/layout/hierarchy1"/>
    <dgm:cxn modelId="{23745EDD-FA5A-4961-83EB-8BCB0636B7B4}" type="presParOf" srcId="{46F33BA1-E82F-42E4-9057-0B0F3C0ED84D}" destId="{2BCE40BF-2163-4847-9D1B-58955BA25199}" srcOrd="5" destOrd="0" presId="urn:microsoft.com/office/officeart/2005/8/layout/hierarchy1"/>
    <dgm:cxn modelId="{01136729-BEC4-4834-8FD1-9D9B16A251DA}" type="presParOf" srcId="{2BCE40BF-2163-4847-9D1B-58955BA25199}" destId="{AE915478-F069-458C-80A5-56375FEDB556}" srcOrd="0" destOrd="0" presId="urn:microsoft.com/office/officeart/2005/8/layout/hierarchy1"/>
    <dgm:cxn modelId="{D9F5F77F-EDCC-4B5A-A3E4-67ED38E8B3DF}" type="presParOf" srcId="{AE915478-F069-458C-80A5-56375FEDB556}" destId="{4506BD0E-75FC-41C3-9FE6-54DFB905E0F2}" srcOrd="0" destOrd="0" presId="urn:microsoft.com/office/officeart/2005/8/layout/hierarchy1"/>
    <dgm:cxn modelId="{3F246423-F687-44DD-9DC4-2BD5C44B9CCF}" type="presParOf" srcId="{AE915478-F069-458C-80A5-56375FEDB556}" destId="{3461FD2D-93DA-48B9-A629-B43E111DC143}" srcOrd="1" destOrd="0" presId="urn:microsoft.com/office/officeart/2005/8/layout/hierarchy1"/>
    <dgm:cxn modelId="{A986E95A-D499-4BDF-A707-47A02DAC5C90}" type="presParOf" srcId="{2BCE40BF-2163-4847-9D1B-58955BA25199}" destId="{EA682F75-A215-4EF0-A7A0-B4279EF8F617}" srcOrd="1" destOrd="0" presId="urn:microsoft.com/office/officeart/2005/8/layout/hierarchy1"/>
    <dgm:cxn modelId="{715CE3E2-A45B-4C46-905E-793290C16C85}" type="presParOf" srcId="{1AB47B6E-AFF4-4D1C-8378-62E6F2785939}" destId="{D3EEBB8D-6837-4C25-A2B3-EBAA34F679BA}" srcOrd="1" destOrd="0" presId="urn:microsoft.com/office/officeart/2005/8/layout/hierarchy1"/>
    <dgm:cxn modelId="{45A672C2-3C23-4AE1-AAB4-8071552A9999}" type="presParOf" srcId="{D3EEBB8D-6837-4C25-A2B3-EBAA34F679BA}" destId="{D90859F4-474B-4BF6-8242-44EA28137714}" srcOrd="0" destOrd="0" presId="urn:microsoft.com/office/officeart/2005/8/layout/hierarchy1"/>
    <dgm:cxn modelId="{D23C61B9-A3D0-4ADB-BA5E-000C9533C725}" type="presParOf" srcId="{D90859F4-474B-4BF6-8242-44EA28137714}" destId="{C053BCFF-750B-4933-84AD-ACB605F9B8AF}" srcOrd="0" destOrd="0" presId="urn:microsoft.com/office/officeart/2005/8/layout/hierarchy1"/>
    <dgm:cxn modelId="{46931E62-E9BB-4F32-B639-7BE5C905C038}" type="presParOf" srcId="{D90859F4-474B-4BF6-8242-44EA28137714}" destId="{9E93A89E-1DAD-488E-B460-2AE619942826}" srcOrd="1" destOrd="0" presId="urn:microsoft.com/office/officeart/2005/8/layout/hierarchy1"/>
    <dgm:cxn modelId="{56896F88-CAE3-4864-96C6-8429D949664C}" type="presParOf" srcId="{D3EEBB8D-6837-4C25-A2B3-EBAA34F679BA}" destId="{1634C81A-EB2B-4B2C-85C3-B4F227E712E6}" srcOrd="1" destOrd="0" presId="urn:microsoft.com/office/officeart/2005/8/layout/hierarchy1"/>
    <dgm:cxn modelId="{4D7D8842-DAC6-41A5-94EB-1252B78E01DC}" type="presParOf" srcId="{1AB47B6E-AFF4-4D1C-8378-62E6F2785939}" destId="{BBDAFB0A-B4BC-4B77-9C28-004BDA531582}" srcOrd="2" destOrd="0" presId="urn:microsoft.com/office/officeart/2005/8/layout/hierarchy1"/>
    <dgm:cxn modelId="{B029D10B-7C97-4DFD-8CD0-10D32416F629}" type="presParOf" srcId="{BBDAFB0A-B4BC-4B77-9C28-004BDA531582}" destId="{F79A7E25-012E-4B03-8663-29C2610B4A6F}" srcOrd="0" destOrd="0" presId="urn:microsoft.com/office/officeart/2005/8/layout/hierarchy1"/>
    <dgm:cxn modelId="{198E5EFA-6EF1-4E7D-B234-9D1246059C76}" type="presParOf" srcId="{F79A7E25-012E-4B03-8663-29C2610B4A6F}" destId="{81C71D52-D8DB-4E5B-88EC-F677D63D6DE3}" srcOrd="0" destOrd="0" presId="urn:microsoft.com/office/officeart/2005/8/layout/hierarchy1"/>
    <dgm:cxn modelId="{B98DCD47-FB06-4E94-A851-EE6DE80A02E8}" type="presParOf" srcId="{F79A7E25-012E-4B03-8663-29C2610B4A6F}" destId="{7450D499-3D2D-40AB-93ED-D56C3A6F6FC1}" srcOrd="1" destOrd="0" presId="urn:microsoft.com/office/officeart/2005/8/layout/hierarchy1"/>
    <dgm:cxn modelId="{49E2CCC3-31B3-4B2E-9C37-3263BCED2BA2}" type="presParOf" srcId="{BBDAFB0A-B4BC-4B77-9C28-004BDA531582}" destId="{548E2F4E-8E23-4D38-8E4C-3DC0D893999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7D2B196-0BBA-4C62-981A-9C0F3E9BE14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F4DD38D-C41B-4061-A0C2-A28C304F2949}">
      <dgm:prSet/>
      <dgm:spPr/>
      <dgm:t>
        <a:bodyPr/>
        <a:lstStyle/>
        <a:p>
          <a:r>
            <a:rPr lang="en-US"/>
            <a:t>Tuning Method</a:t>
          </a:r>
        </a:p>
      </dgm:t>
    </dgm:pt>
    <dgm:pt modelId="{D6A34780-314A-438C-A453-A79966257106}" type="parTrans" cxnId="{A9F199F9-0F9B-4A60-83A5-0AE073AEBA06}">
      <dgm:prSet/>
      <dgm:spPr/>
      <dgm:t>
        <a:bodyPr/>
        <a:lstStyle/>
        <a:p>
          <a:endParaRPr lang="en-US"/>
        </a:p>
      </dgm:t>
    </dgm:pt>
    <dgm:pt modelId="{05EBDC2E-72A7-4CCE-992E-5F7B2FB0914D}" type="sibTrans" cxnId="{A9F199F9-0F9B-4A60-83A5-0AE073AEBA06}">
      <dgm:prSet/>
      <dgm:spPr/>
      <dgm:t>
        <a:bodyPr/>
        <a:lstStyle/>
        <a:p>
          <a:endParaRPr lang="en-US"/>
        </a:p>
      </dgm:t>
    </dgm:pt>
    <dgm:pt modelId="{FA4E79E1-553E-432D-A009-04E41474AE9B}">
      <dgm:prSet/>
      <dgm:spPr/>
      <dgm:t>
        <a:bodyPr/>
        <a:lstStyle/>
        <a:p>
          <a:r>
            <a:rPr lang="en-US"/>
            <a:t>Tuning Result</a:t>
          </a:r>
        </a:p>
      </dgm:t>
    </dgm:pt>
    <dgm:pt modelId="{CD9C4097-7733-461A-AC06-4D278158F343}" type="parTrans" cxnId="{77E6B11F-2162-4576-8E8B-024AEB5C130F}">
      <dgm:prSet/>
      <dgm:spPr/>
      <dgm:t>
        <a:bodyPr/>
        <a:lstStyle/>
        <a:p>
          <a:endParaRPr lang="en-US"/>
        </a:p>
      </dgm:t>
    </dgm:pt>
    <dgm:pt modelId="{7B622B78-A3ED-47E8-9B63-095AC1D367BE}" type="sibTrans" cxnId="{77E6B11F-2162-4576-8E8B-024AEB5C130F}">
      <dgm:prSet/>
      <dgm:spPr/>
      <dgm:t>
        <a:bodyPr/>
        <a:lstStyle/>
        <a:p>
          <a:endParaRPr lang="en-US"/>
        </a:p>
      </dgm:t>
    </dgm:pt>
    <dgm:pt modelId="{FB0B6B00-76CD-4000-B120-B58F060D09E4}">
      <dgm:prSet/>
      <dgm:spPr/>
      <dgm:t>
        <a:bodyPr/>
        <a:lstStyle/>
        <a:p>
          <a:r>
            <a:rPr lang="en-US"/>
            <a:t>Final Model</a:t>
          </a:r>
        </a:p>
      </dgm:t>
    </dgm:pt>
    <dgm:pt modelId="{47F8C52B-B4D7-4ABB-8106-FB4DD70B1355}" type="parTrans" cxnId="{47396205-D4CF-489A-9EB3-FE81B757A2C9}">
      <dgm:prSet/>
      <dgm:spPr/>
      <dgm:t>
        <a:bodyPr/>
        <a:lstStyle/>
        <a:p>
          <a:endParaRPr lang="en-US"/>
        </a:p>
      </dgm:t>
    </dgm:pt>
    <dgm:pt modelId="{87B0CD55-FC6F-4462-946B-4AE41A08294A}" type="sibTrans" cxnId="{47396205-D4CF-489A-9EB3-FE81B757A2C9}">
      <dgm:prSet/>
      <dgm:spPr/>
      <dgm:t>
        <a:bodyPr/>
        <a:lstStyle/>
        <a:p>
          <a:endParaRPr lang="en-US"/>
        </a:p>
      </dgm:t>
    </dgm:pt>
    <dgm:pt modelId="{415BE72C-EEB7-4EF8-BB2F-494399CA62E5}" type="pres">
      <dgm:prSet presAssocID="{27D2B196-0BBA-4C62-981A-9C0F3E9BE14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A076F7-16DF-4128-A3E3-883920AD14DA}" type="pres">
      <dgm:prSet presAssocID="{1F4DD38D-C41B-4061-A0C2-A28C304F2949}" presName="hierRoot1" presStyleCnt="0"/>
      <dgm:spPr/>
    </dgm:pt>
    <dgm:pt modelId="{2E870A1F-2161-49AC-A688-7C26F6574385}" type="pres">
      <dgm:prSet presAssocID="{1F4DD38D-C41B-4061-A0C2-A28C304F2949}" presName="composite" presStyleCnt="0"/>
      <dgm:spPr/>
    </dgm:pt>
    <dgm:pt modelId="{CE0375AB-816C-4400-A35F-40FD65C9A8A6}" type="pres">
      <dgm:prSet presAssocID="{1F4DD38D-C41B-4061-A0C2-A28C304F2949}" presName="background" presStyleLbl="node0" presStyleIdx="0" presStyleCnt="3"/>
      <dgm:spPr/>
    </dgm:pt>
    <dgm:pt modelId="{D4388E02-DFDB-4540-A18D-285235147063}" type="pres">
      <dgm:prSet presAssocID="{1F4DD38D-C41B-4061-A0C2-A28C304F2949}" presName="text" presStyleLbl="fgAcc0" presStyleIdx="0" presStyleCnt="3">
        <dgm:presLayoutVars>
          <dgm:chPref val="3"/>
        </dgm:presLayoutVars>
      </dgm:prSet>
      <dgm:spPr/>
    </dgm:pt>
    <dgm:pt modelId="{9CA5762D-45B2-4E9F-8C1B-3BD1C6844CBB}" type="pres">
      <dgm:prSet presAssocID="{1F4DD38D-C41B-4061-A0C2-A28C304F2949}" presName="hierChild2" presStyleCnt="0"/>
      <dgm:spPr/>
    </dgm:pt>
    <dgm:pt modelId="{24C71915-92F2-4414-9C50-7BB9EF68DA4E}" type="pres">
      <dgm:prSet presAssocID="{FA4E79E1-553E-432D-A009-04E41474AE9B}" presName="hierRoot1" presStyleCnt="0"/>
      <dgm:spPr/>
    </dgm:pt>
    <dgm:pt modelId="{BDAABD41-33D1-49CB-BCB0-0E7E3904AED2}" type="pres">
      <dgm:prSet presAssocID="{FA4E79E1-553E-432D-A009-04E41474AE9B}" presName="composite" presStyleCnt="0"/>
      <dgm:spPr/>
    </dgm:pt>
    <dgm:pt modelId="{52B2733B-97E7-4B98-9590-F0CEDB7E80DD}" type="pres">
      <dgm:prSet presAssocID="{FA4E79E1-553E-432D-A009-04E41474AE9B}" presName="background" presStyleLbl="node0" presStyleIdx="1" presStyleCnt="3"/>
      <dgm:spPr/>
    </dgm:pt>
    <dgm:pt modelId="{A9942DC7-1312-4D3C-898E-319B77D236B1}" type="pres">
      <dgm:prSet presAssocID="{FA4E79E1-553E-432D-A009-04E41474AE9B}" presName="text" presStyleLbl="fgAcc0" presStyleIdx="1" presStyleCnt="3">
        <dgm:presLayoutVars>
          <dgm:chPref val="3"/>
        </dgm:presLayoutVars>
      </dgm:prSet>
      <dgm:spPr/>
    </dgm:pt>
    <dgm:pt modelId="{D53CD254-C6C7-4AAE-BAAA-8A699A838636}" type="pres">
      <dgm:prSet presAssocID="{FA4E79E1-553E-432D-A009-04E41474AE9B}" presName="hierChild2" presStyleCnt="0"/>
      <dgm:spPr/>
    </dgm:pt>
    <dgm:pt modelId="{3B5E83FA-E169-4381-BFFA-2AB70A6F1C36}" type="pres">
      <dgm:prSet presAssocID="{FB0B6B00-76CD-4000-B120-B58F060D09E4}" presName="hierRoot1" presStyleCnt="0"/>
      <dgm:spPr/>
    </dgm:pt>
    <dgm:pt modelId="{0142A26B-C1DE-4A8F-B18B-AB84004A8E84}" type="pres">
      <dgm:prSet presAssocID="{FB0B6B00-76CD-4000-B120-B58F060D09E4}" presName="composite" presStyleCnt="0"/>
      <dgm:spPr/>
    </dgm:pt>
    <dgm:pt modelId="{9D3C8CEF-D0AD-44A7-BFE8-B041F20FF84C}" type="pres">
      <dgm:prSet presAssocID="{FB0B6B00-76CD-4000-B120-B58F060D09E4}" presName="background" presStyleLbl="node0" presStyleIdx="2" presStyleCnt="3"/>
      <dgm:spPr/>
    </dgm:pt>
    <dgm:pt modelId="{5D933837-67E3-47E0-83D2-43F49BC5499B}" type="pres">
      <dgm:prSet presAssocID="{FB0B6B00-76CD-4000-B120-B58F060D09E4}" presName="text" presStyleLbl="fgAcc0" presStyleIdx="2" presStyleCnt="3">
        <dgm:presLayoutVars>
          <dgm:chPref val="3"/>
        </dgm:presLayoutVars>
      </dgm:prSet>
      <dgm:spPr/>
    </dgm:pt>
    <dgm:pt modelId="{4A1458E1-3406-46AE-A845-D5EF07419E8A}" type="pres">
      <dgm:prSet presAssocID="{FB0B6B00-76CD-4000-B120-B58F060D09E4}" presName="hierChild2" presStyleCnt="0"/>
      <dgm:spPr/>
    </dgm:pt>
  </dgm:ptLst>
  <dgm:cxnLst>
    <dgm:cxn modelId="{47396205-D4CF-489A-9EB3-FE81B757A2C9}" srcId="{27D2B196-0BBA-4C62-981A-9C0F3E9BE144}" destId="{FB0B6B00-76CD-4000-B120-B58F060D09E4}" srcOrd="2" destOrd="0" parTransId="{47F8C52B-B4D7-4ABB-8106-FB4DD70B1355}" sibTransId="{87B0CD55-FC6F-4462-946B-4AE41A08294A}"/>
    <dgm:cxn modelId="{77E6B11F-2162-4576-8E8B-024AEB5C130F}" srcId="{27D2B196-0BBA-4C62-981A-9C0F3E9BE144}" destId="{FA4E79E1-553E-432D-A009-04E41474AE9B}" srcOrd="1" destOrd="0" parTransId="{CD9C4097-7733-461A-AC06-4D278158F343}" sibTransId="{7B622B78-A3ED-47E8-9B63-095AC1D367BE}"/>
    <dgm:cxn modelId="{AD549288-01A1-4B19-A6F3-76C18EB2AE89}" type="presOf" srcId="{FB0B6B00-76CD-4000-B120-B58F060D09E4}" destId="{5D933837-67E3-47E0-83D2-43F49BC5499B}" srcOrd="0" destOrd="0" presId="urn:microsoft.com/office/officeart/2005/8/layout/hierarchy1"/>
    <dgm:cxn modelId="{B8B727A2-EC4E-4D13-BA13-65F3B64F4860}" type="presOf" srcId="{FA4E79E1-553E-432D-A009-04E41474AE9B}" destId="{A9942DC7-1312-4D3C-898E-319B77D236B1}" srcOrd="0" destOrd="0" presId="urn:microsoft.com/office/officeart/2005/8/layout/hierarchy1"/>
    <dgm:cxn modelId="{EC4F4CB0-C16B-4FF7-85A3-96144DE0FE5A}" type="presOf" srcId="{1F4DD38D-C41B-4061-A0C2-A28C304F2949}" destId="{D4388E02-DFDB-4540-A18D-285235147063}" srcOrd="0" destOrd="0" presId="urn:microsoft.com/office/officeart/2005/8/layout/hierarchy1"/>
    <dgm:cxn modelId="{30A2F5D0-FBCF-4881-9B74-1A5F4DF1A862}" type="presOf" srcId="{27D2B196-0BBA-4C62-981A-9C0F3E9BE144}" destId="{415BE72C-EEB7-4EF8-BB2F-494399CA62E5}" srcOrd="0" destOrd="0" presId="urn:microsoft.com/office/officeart/2005/8/layout/hierarchy1"/>
    <dgm:cxn modelId="{A9F199F9-0F9B-4A60-83A5-0AE073AEBA06}" srcId="{27D2B196-0BBA-4C62-981A-9C0F3E9BE144}" destId="{1F4DD38D-C41B-4061-A0C2-A28C304F2949}" srcOrd="0" destOrd="0" parTransId="{D6A34780-314A-438C-A453-A79966257106}" sibTransId="{05EBDC2E-72A7-4CCE-992E-5F7B2FB0914D}"/>
    <dgm:cxn modelId="{8ECFDFE7-04D1-41C6-8C9E-7B11912A6262}" type="presParOf" srcId="{415BE72C-EEB7-4EF8-BB2F-494399CA62E5}" destId="{C1A076F7-16DF-4128-A3E3-883920AD14DA}" srcOrd="0" destOrd="0" presId="urn:microsoft.com/office/officeart/2005/8/layout/hierarchy1"/>
    <dgm:cxn modelId="{52099C3D-E412-4296-BB7F-5E2557D52B5F}" type="presParOf" srcId="{C1A076F7-16DF-4128-A3E3-883920AD14DA}" destId="{2E870A1F-2161-49AC-A688-7C26F6574385}" srcOrd="0" destOrd="0" presId="urn:microsoft.com/office/officeart/2005/8/layout/hierarchy1"/>
    <dgm:cxn modelId="{B42E3F3C-0749-48BC-B738-E884554A7335}" type="presParOf" srcId="{2E870A1F-2161-49AC-A688-7C26F6574385}" destId="{CE0375AB-816C-4400-A35F-40FD65C9A8A6}" srcOrd="0" destOrd="0" presId="urn:microsoft.com/office/officeart/2005/8/layout/hierarchy1"/>
    <dgm:cxn modelId="{48028F93-B8C7-4C73-9C4F-FEECAF4201CE}" type="presParOf" srcId="{2E870A1F-2161-49AC-A688-7C26F6574385}" destId="{D4388E02-DFDB-4540-A18D-285235147063}" srcOrd="1" destOrd="0" presId="urn:microsoft.com/office/officeart/2005/8/layout/hierarchy1"/>
    <dgm:cxn modelId="{785D99F6-D1AB-43D1-AED1-76A21F8CCE5C}" type="presParOf" srcId="{C1A076F7-16DF-4128-A3E3-883920AD14DA}" destId="{9CA5762D-45B2-4E9F-8C1B-3BD1C6844CBB}" srcOrd="1" destOrd="0" presId="urn:microsoft.com/office/officeart/2005/8/layout/hierarchy1"/>
    <dgm:cxn modelId="{50FE6BC9-690F-4D97-BE15-306D5229AEE2}" type="presParOf" srcId="{415BE72C-EEB7-4EF8-BB2F-494399CA62E5}" destId="{24C71915-92F2-4414-9C50-7BB9EF68DA4E}" srcOrd="1" destOrd="0" presId="urn:microsoft.com/office/officeart/2005/8/layout/hierarchy1"/>
    <dgm:cxn modelId="{9578E960-4881-43A5-B616-2A07A3214BD3}" type="presParOf" srcId="{24C71915-92F2-4414-9C50-7BB9EF68DA4E}" destId="{BDAABD41-33D1-49CB-BCB0-0E7E3904AED2}" srcOrd="0" destOrd="0" presId="urn:microsoft.com/office/officeart/2005/8/layout/hierarchy1"/>
    <dgm:cxn modelId="{A71F9D72-A91C-4761-BE62-54F6DAA44AAF}" type="presParOf" srcId="{BDAABD41-33D1-49CB-BCB0-0E7E3904AED2}" destId="{52B2733B-97E7-4B98-9590-F0CEDB7E80DD}" srcOrd="0" destOrd="0" presId="urn:microsoft.com/office/officeart/2005/8/layout/hierarchy1"/>
    <dgm:cxn modelId="{EED80D24-AA8B-460E-9B34-9D04696A87BA}" type="presParOf" srcId="{BDAABD41-33D1-49CB-BCB0-0E7E3904AED2}" destId="{A9942DC7-1312-4D3C-898E-319B77D236B1}" srcOrd="1" destOrd="0" presId="urn:microsoft.com/office/officeart/2005/8/layout/hierarchy1"/>
    <dgm:cxn modelId="{F0AD0FC1-0C99-4E64-97C8-FD3FF2CAE9C3}" type="presParOf" srcId="{24C71915-92F2-4414-9C50-7BB9EF68DA4E}" destId="{D53CD254-C6C7-4AAE-BAAA-8A699A838636}" srcOrd="1" destOrd="0" presId="urn:microsoft.com/office/officeart/2005/8/layout/hierarchy1"/>
    <dgm:cxn modelId="{29086976-AEAB-4412-95F2-5B9224D9A25D}" type="presParOf" srcId="{415BE72C-EEB7-4EF8-BB2F-494399CA62E5}" destId="{3B5E83FA-E169-4381-BFFA-2AB70A6F1C36}" srcOrd="2" destOrd="0" presId="urn:microsoft.com/office/officeart/2005/8/layout/hierarchy1"/>
    <dgm:cxn modelId="{79C631BB-8086-43FD-BEA3-0F9FF288370E}" type="presParOf" srcId="{3B5E83FA-E169-4381-BFFA-2AB70A6F1C36}" destId="{0142A26B-C1DE-4A8F-B18B-AB84004A8E84}" srcOrd="0" destOrd="0" presId="urn:microsoft.com/office/officeart/2005/8/layout/hierarchy1"/>
    <dgm:cxn modelId="{041525DB-8FAF-4F27-A0D4-1B8FA69E83CC}" type="presParOf" srcId="{0142A26B-C1DE-4A8F-B18B-AB84004A8E84}" destId="{9D3C8CEF-D0AD-44A7-BFE8-B041F20FF84C}" srcOrd="0" destOrd="0" presId="urn:microsoft.com/office/officeart/2005/8/layout/hierarchy1"/>
    <dgm:cxn modelId="{612ED499-B420-4244-AC68-A62DE144B5C5}" type="presParOf" srcId="{0142A26B-C1DE-4A8F-B18B-AB84004A8E84}" destId="{5D933837-67E3-47E0-83D2-43F49BC5499B}" srcOrd="1" destOrd="0" presId="urn:microsoft.com/office/officeart/2005/8/layout/hierarchy1"/>
    <dgm:cxn modelId="{B7F0D837-F30B-4242-8747-03E498A144B8}" type="presParOf" srcId="{3B5E83FA-E169-4381-BFFA-2AB70A6F1C36}" destId="{4A1458E1-3406-46AE-A845-D5EF07419E8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51A12A-ED40-4C59-8E1C-9C0BA5A96CF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620AA2-C9D7-4EEC-94EE-71909E7DF7D6}">
      <dgm:prSet/>
      <dgm:spPr/>
      <dgm:t>
        <a:bodyPr/>
        <a:lstStyle/>
        <a:p>
          <a:r>
            <a:rPr lang="en-US" b="1"/>
            <a:t>Key Metrics</a:t>
          </a:r>
          <a:endParaRPr lang="en-US"/>
        </a:p>
      </dgm:t>
    </dgm:pt>
    <dgm:pt modelId="{78C4EA1F-4F7B-488B-AA06-7C83F29D5A71}" type="parTrans" cxnId="{0652CA17-7ABC-4339-A6FF-589B0D854837}">
      <dgm:prSet/>
      <dgm:spPr/>
      <dgm:t>
        <a:bodyPr/>
        <a:lstStyle/>
        <a:p>
          <a:endParaRPr lang="en-US"/>
        </a:p>
      </dgm:t>
    </dgm:pt>
    <dgm:pt modelId="{49C15C1D-8F03-4F18-BFDB-70EBC103E520}" type="sibTrans" cxnId="{0652CA17-7ABC-4339-A6FF-589B0D854837}">
      <dgm:prSet/>
      <dgm:spPr/>
      <dgm:t>
        <a:bodyPr/>
        <a:lstStyle/>
        <a:p>
          <a:endParaRPr lang="en-US"/>
        </a:p>
      </dgm:t>
    </dgm:pt>
    <dgm:pt modelId="{4314755B-9E1D-47F8-90E1-807FC89DEB43}">
      <dgm:prSet/>
      <dgm:spPr/>
      <dgm:t>
        <a:bodyPr/>
        <a:lstStyle/>
        <a:p>
          <a:r>
            <a:rPr lang="en-US"/>
            <a:t>Error Counts:</a:t>
          </a:r>
        </a:p>
      </dgm:t>
    </dgm:pt>
    <dgm:pt modelId="{25449894-79A5-4851-9200-D62FCF8E4765}" type="parTrans" cxnId="{753C9629-67B0-4ABB-98CE-0D5247CB6422}">
      <dgm:prSet/>
      <dgm:spPr/>
      <dgm:t>
        <a:bodyPr/>
        <a:lstStyle/>
        <a:p>
          <a:endParaRPr lang="en-US"/>
        </a:p>
      </dgm:t>
    </dgm:pt>
    <dgm:pt modelId="{178E13E2-AD16-4EFF-B362-33E314A25F18}" type="sibTrans" cxnId="{753C9629-67B0-4ABB-98CE-0D5247CB6422}">
      <dgm:prSet/>
      <dgm:spPr/>
      <dgm:t>
        <a:bodyPr/>
        <a:lstStyle/>
        <a:p>
          <a:endParaRPr lang="en-US"/>
        </a:p>
      </dgm:t>
    </dgm:pt>
    <dgm:pt modelId="{79E71CCB-7A65-4C17-BF4B-14A788472289}">
      <dgm:prSet/>
      <dgm:spPr/>
      <dgm:t>
        <a:bodyPr/>
        <a:lstStyle/>
        <a:p>
          <a:r>
            <a:rPr lang="en-US" b="1"/>
            <a:t>26 False Negatives </a:t>
          </a:r>
          <a:endParaRPr lang="en-US"/>
        </a:p>
      </dgm:t>
    </dgm:pt>
    <dgm:pt modelId="{7C3D76E4-403C-4F1A-A180-B64F9839333C}" type="parTrans" cxnId="{A6AE812F-B50C-4AAB-84EA-F56D6DCA01F4}">
      <dgm:prSet/>
      <dgm:spPr/>
      <dgm:t>
        <a:bodyPr/>
        <a:lstStyle/>
        <a:p>
          <a:endParaRPr lang="en-US"/>
        </a:p>
      </dgm:t>
    </dgm:pt>
    <dgm:pt modelId="{D6F6115F-019A-4CAB-B0C2-FF4609A25D9D}" type="sibTrans" cxnId="{A6AE812F-B50C-4AAB-84EA-F56D6DCA01F4}">
      <dgm:prSet/>
      <dgm:spPr/>
      <dgm:t>
        <a:bodyPr/>
        <a:lstStyle/>
        <a:p>
          <a:endParaRPr lang="en-US"/>
        </a:p>
      </dgm:t>
    </dgm:pt>
    <dgm:pt modelId="{6E40DF53-AA68-4895-982A-1B8B973A728E}">
      <dgm:prSet/>
      <dgm:spPr/>
      <dgm:t>
        <a:bodyPr/>
        <a:lstStyle/>
        <a:p>
          <a:r>
            <a:rPr lang="en-US" b="1"/>
            <a:t>54 False Positives</a:t>
          </a:r>
          <a:endParaRPr lang="en-US"/>
        </a:p>
      </dgm:t>
    </dgm:pt>
    <dgm:pt modelId="{18308907-D89D-4682-A61A-FCC5E93812E3}" type="parTrans" cxnId="{5ED60275-61DE-485B-AEFE-215A418A10B7}">
      <dgm:prSet/>
      <dgm:spPr/>
      <dgm:t>
        <a:bodyPr/>
        <a:lstStyle/>
        <a:p>
          <a:endParaRPr lang="en-US"/>
        </a:p>
      </dgm:t>
    </dgm:pt>
    <dgm:pt modelId="{6BF9B5FA-DF3F-4F64-B0F0-95FA5D071257}" type="sibTrans" cxnId="{5ED60275-61DE-485B-AEFE-215A418A10B7}">
      <dgm:prSet/>
      <dgm:spPr/>
      <dgm:t>
        <a:bodyPr/>
        <a:lstStyle/>
        <a:p>
          <a:endParaRPr lang="en-US"/>
        </a:p>
      </dgm:t>
    </dgm:pt>
    <dgm:pt modelId="{7713E927-CA60-434C-8D4D-174B0C8168CE}" type="pres">
      <dgm:prSet presAssocID="{B551A12A-ED40-4C59-8E1C-9C0BA5A96C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AE81CC-C91D-45EB-A74C-22737EAAB9FD}" type="pres">
      <dgm:prSet presAssocID="{0F620AA2-C9D7-4EEC-94EE-71909E7DF7D6}" presName="hierRoot1" presStyleCnt="0"/>
      <dgm:spPr/>
    </dgm:pt>
    <dgm:pt modelId="{30153FFF-E61D-46B6-91F4-205C1C99F9A2}" type="pres">
      <dgm:prSet presAssocID="{0F620AA2-C9D7-4EEC-94EE-71909E7DF7D6}" presName="composite" presStyleCnt="0"/>
      <dgm:spPr/>
    </dgm:pt>
    <dgm:pt modelId="{808AD92B-C106-4657-B802-EEFC4EBEC705}" type="pres">
      <dgm:prSet presAssocID="{0F620AA2-C9D7-4EEC-94EE-71909E7DF7D6}" presName="background" presStyleLbl="node0" presStyleIdx="0" presStyleCnt="2"/>
      <dgm:spPr/>
    </dgm:pt>
    <dgm:pt modelId="{5B178E4E-2120-4CD8-A511-7FA96FF90118}" type="pres">
      <dgm:prSet presAssocID="{0F620AA2-C9D7-4EEC-94EE-71909E7DF7D6}" presName="text" presStyleLbl="fgAcc0" presStyleIdx="0" presStyleCnt="2">
        <dgm:presLayoutVars>
          <dgm:chPref val="3"/>
        </dgm:presLayoutVars>
      </dgm:prSet>
      <dgm:spPr/>
    </dgm:pt>
    <dgm:pt modelId="{5868D596-B2EE-46DE-BC68-808E4D3E4B25}" type="pres">
      <dgm:prSet presAssocID="{0F620AA2-C9D7-4EEC-94EE-71909E7DF7D6}" presName="hierChild2" presStyleCnt="0"/>
      <dgm:spPr/>
    </dgm:pt>
    <dgm:pt modelId="{86218837-0823-47A8-A155-37E0C5B43A28}" type="pres">
      <dgm:prSet presAssocID="{4314755B-9E1D-47F8-90E1-807FC89DEB43}" presName="hierRoot1" presStyleCnt="0"/>
      <dgm:spPr/>
    </dgm:pt>
    <dgm:pt modelId="{6359751E-D204-4A1E-A594-943DC84A54DA}" type="pres">
      <dgm:prSet presAssocID="{4314755B-9E1D-47F8-90E1-807FC89DEB43}" presName="composite" presStyleCnt="0"/>
      <dgm:spPr/>
    </dgm:pt>
    <dgm:pt modelId="{29AEAF24-FE4B-4AEF-BEA5-08D4C5543997}" type="pres">
      <dgm:prSet presAssocID="{4314755B-9E1D-47F8-90E1-807FC89DEB43}" presName="background" presStyleLbl="node0" presStyleIdx="1" presStyleCnt="2"/>
      <dgm:spPr/>
    </dgm:pt>
    <dgm:pt modelId="{A5F6B38D-7543-45CE-9050-14DFE9AA6FFE}" type="pres">
      <dgm:prSet presAssocID="{4314755B-9E1D-47F8-90E1-807FC89DEB43}" presName="text" presStyleLbl="fgAcc0" presStyleIdx="1" presStyleCnt="2">
        <dgm:presLayoutVars>
          <dgm:chPref val="3"/>
        </dgm:presLayoutVars>
      </dgm:prSet>
      <dgm:spPr/>
    </dgm:pt>
    <dgm:pt modelId="{93B08E30-F00B-4C2F-AA64-213661B30E03}" type="pres">
      <dgm:prSet presAssocID="{4314755B-9E1D-47F8-90E1-807FC89DEB43}" presName="hierChild2" presStyleCnt="0"/>
      <dgm:spPr/>
    </dgm:pt>
    <dgm:pt modelId="{07799EA1-C335-4195-BAE8-FE00CB4A99C9}" type="pres">
      <dgm:prSet presAssocID="{7C3D76E4-403C-4F1A-A180-B64F9839333C}" presName="Name10" presStyleLbl="parChTrans1D2" presStyleIdx="0" presStyleCnt="2"/>
      <dgm:spPr/>
    </dgm:pt>
    <dgm:pt modelId="{4BF971AD-2807-4185-B326-28895E3A81E0}" type="pres">
      <dgm:prSet presAssocID="{79E71CCB-7A65-4C17-BF4B-14A788472289}" presName="hierRoot2" presStyleCnt="0"/>
      <dgm:spPr/>
    </dgm:pt>
    <dgm:pt modelId="{51D5BCC5-15F6-4975-AF0D-E5FE881743B9}" type="pres">
      <dgm:prSet presAssocID="{79E71CCB-7A65-4C17-BF4B-14A788472289}" presName="composite2" presStyleCnt="0"/>
      <dgm:spPr/>
    </dgm:pt>
    <dgm:pt modelId="{FB993E6C-34B0-4DCB-822B-BF470C682D7C}" type="pres">
      <dgm:prSet presAssocID="{79E71CCB-7A65-4C17-BF4B-14A788472289}" presName="background2" presStyleLbl="node2" presStyleIdx="0" presStyleCnt="2"/>
      <dgm:spPr/>
    </dgm:pt>
    <dgm:pt modelId="{71E666AE-C3E0-42F0-A8AB-6EC48A37E4EB}" type="pres">
      <dgm:prSet presAssocID="{79E71CCB-7A65-4C17-BF4B-14A788472289}" presName="text2" presStyleLbl="fgAcc2" presStyleIdx="0" presStyleCnt="2">
        <dgm:presLayoutVars>
          <dgm:chPref val="3"/>
        </dgm:presLayoutVars>
      </dgm:prSet>
      <dgm:spPr/>
    </dgm:pt>
    <dgm:pt modelId="{66A169FB-62EC-4E5B-89BB-73680377F1FA}" type="pres">
      <dgm:prSet presAssocID="{79E71CCB-7A65-4C17-BF4B-14A788472289}" presName="hierChild3" presStyleCnt="0"/>
      <dgm:spPr/>
    </dgm:pt>
    <dgm:pt modelId="{938D0F36-91E1-44F7-B0A3-8DFAC76D96FF}" type="pres">
      <dgm:prSet presAssocID="{18308907-D89D-4682-A61A-FCC5E93812E3}" presName="Name10" presStyleLbl="parChTrans1D2" presStyleIdx="1" presStyleCnt="2"/>
      <dgm:spPr/>
    </dgm:pt>
    <dgm:pt modelId="{6751009C-2538-46AE-95E8-5187B233450D}" type="pres">
      <dgm:prSet presAssocID="{6E40DF53-AA68-4895-982A-1B8B973A728E}" presName="hierRoot2" presStyleCnt="0"/>
      <dgm:spPr/>
    </dgm:pt>
    <dgm:pt modelId="{0A43D762-FDB9-4B77-8B64-161C23862710}" type="pres">
      <dgm:prSet presAssocID="{6E40DF53-AA68-4895-982A-1B8B973A728E}" presName="composite2" presStyleCnt="0"/>
      <dgm:spPr/>
    </dgm:pt>
    <dgm:pt modelId="{CF459E00-D303-494E-A835-EC3FB2E42D17}" type="pres">
      <dgm:prSet presAssocID="{6E40DF53-AA68-4895-982A-1B8B973A728E}" presName="background2" presStyleLbl="node2" presStyleIdx="1" presStyleCnt="2"/>
      <dgm:spPr/>
    </dgm:pt>
    <dgm:pt modelId="{31C19BD6-7F8D-4DCB-A31F-3EAEDB8692DA}" type="pres">
      <dgm:prSet presAssocID="{6E40DF53-AA68-4895-982A-1B8B973A728E}" presName="text2" presStyleLbl="fgAcc2" presStyleIdx="1" presStyleCnt="2">
        <dgm:presLayoutVars>
          <dgm:chPref val="3"/>
        </dgm:presLayoutVars>
      </dgm:prSet>
      <dgm:spPr/>
    </dgm:pt>
    <dgm:pt modelId="{B0EE8CB9-DA47-464B-BB10-BFCD01A3BAC3}" type="pres">
      <dgm:prSet presAssocID="{6E40DF53-AA68-4895-982A-1B8B973A728E}" presName="hierChild3" presStyleCnt="0"/>
      <dgm:spPr/>
    </dgm:pt>
  </dgm:ptLst>
  <dgm:cxnLst>
    <dgm:cxn modelId="{0652CA17-7ABC-4339-A6FF-589B0D854837}" srcId="{B551A12A-ED40-4C59-8E1C-9C0BA5A96CF3}" destId="{0F620AA2-C9D7-4EEC-94EE-71909E7DF7D6}" srcOrd="0" destOrd="0" parTransId="{78C4EA1F-4F7B-488B-AA06-7C83F29D5A71}" sibTransId="{49C15C1D-8F03-4F18-BFDB-70EBC103E520}"/>
    <dgm:cxn modelId="{FF22EF1D-4459-41C9-BDFA-F7A479059467}" type="presOf" srcId="{7C3D76E4-403C-4F1A-A180-B64F9839333C}" destId="{07799EA1-C335-4195-BAE8-FE00CB4A99C9}" srcOrd="0" destOrd="0" presId="urn:microsoft.com/office/officeart/2005/8/layout/hierarchy1"/>
    <dgm:cxn modelId="{753C9629-67B0-4ABB-98CE-0D5247CB6422}" srcId="{B551A12A-ED40-4C59-8E1C-9C0BA5A96CF3}" destId="{4314755B-9E1D-47F8-90E1-807FC89DEB43}" srcOrd="1" destOrd="0" parTransId="{25449894-79A5-4851-9200-D62FCF8E4765}" sibTransId="{178E13E2-AD16-4EFF-B362-33E314A25F18}"/>
    <dgm:cxn modelId="{A6AE812F-B50C-4AAB-84EA-F56D6DCA01F4}" srcId="{4314755B-9E1D-47F8-90E1-807FC89DEB43}" destId="{79E71CCB-7A65-4C17-BF4B-14A788472289}" srcOrd="0" destOrd="0" parTransId="{7C3D76E4-403C-4F1A-A180-B64F9839333C}" sibTransId="{D6F6115F-019A-4CAB-B0C2-FF4609A25D9D}"/>
    <dgm:cxn modelId="{48812638-00AF-48B7-A69D-0AE37C84D970}" type="presOf" srcId="{79E71CCB-7A65-4C17-BF4B-14A788472289}" destId="{71E666AE-C3E0-42F0-A8AB-6EC48A37E4EB}" srcOrd="0" destOrd="0" presId="urn:microsoft.com/office/officeart/2005/8/layout/hierarchy1"/>
    <dgm:cxn modelId="{AE521B3B-D349-4C5D-811B-71AE7AEDE2FD}" type="presOf" srcId="{B551A12A-ED40-4C59-8E1C-9C0BA5A96CF3}" destId="{7713E927-CA60-434C-8D4D-174B0C8168CE}" srcOrd="0" destOrd="0" presId="urn:microsoft.com/office/officeart/2005/8/layout/hierarchy1"/>
    <dgm:cxn modelId="{DD799E44-FD85-46B8-9766-B6CF9B606ECD}" type="presOf" srcId="{0F620AA2-C9D7-4EEC-94EE-71909E7DF7D6}" destId="{5B178E4E-2120-4CD8-A511-7FA96FF90118}" srcOrd="0" destOrd="0" presId="urn:microsoft.com/office/officeart/2005/8/layout/hierarchy1"/>
    <dgm:cxn modelId="{F1747A4A-E69F-4765-8B0D-9F7691672E02}" type="presOf" srcId="{4314755B-9E1D-47F8-90E1-807FC89DEB43}" destId="{A5F6B38D-7543-45CE-9050-14DFE9AA6FFE}" srcOrd="0" destOrd="0" presId="urn:microsoft.com/office/officeart/2005/8/layout/hierarchy1"/>
    <dgm:cxn modelId="{5ED60275-61DE-485B-AEFE-215A418A10B7}" srcId="{4314755B-9E1D-47F8-90E1-807FC89DEB43}" destId="{6E40DF53-AA68-4895-982A-1B8B973A728E}" srcOrd="1" destOrd="0" parTransId="{18308907-D89D-4682-A61A-FCC5E93812E3}" sibTransId="{6BF9B5FA-DF3F-4F64-B0F0-95FA5D071257}"/>
    <dgm:cxn modelId="{9F0788BF-479A-4017-A149-AFD49B401A8F}" type="presOf" srcId="{6E40DF53-AA68-4895-982A-1B8B973A728E}" destId="{31C19BD6-7F8D-4DCB-A31F-3EAEDB8692DA}" srcOrd="0" destOrd="0" presId="urn:microsoft.com/office/officeart/2005/8/layout/hierarchy1"/>
    <dgm:cxn modelId="{A54699CE-B0EE-45A0-88E4-8AEBD09DE009}" type="presOf" srcId="{18308907-D89D-4682-A61A-FCC5E93812E3}" destId="{938D0F36-91E1-44F7-B0A3-8DFAC76D96FF}" srcOrd="0" destOrd="0" presId="urn:microsoft.com/office/officeart/2005/8/layout/hierarchy1"/>
    <dgm:cxn modelId="{01AF5F42-C955-43DE-AEFA-67D00B1CACB2}" type="presParOf" srcId="{7713E927-CA60-434C-8D4D-174B0C8168CE}" destId="{94AE81CC-C91D-45EB-A74C-22737EAAB9FD}" srcOrd="0" destOrd="0" presId="urn:microsoft.com/office/officeart/2005/8/layout/hierarchy1"/>
    <dgm:cxn modelId="{1959E201-2709-432C-A89B-BEF59E9F06C7}" type="presParOf" srcId="{94AE81CC-C91D-45EB-A74C-22737EAAB9FD}" destId="{30153FFF-E61D-46B6-91F4-205C1C99F9A2}" srcOrd="0" destOrd="0" presId="urn:microsoft.com/office/officeart/2005/8/layout/hierarchy1"/>
    <dgm:cxn modelId="{46B7AA15-43D2-436E-B9C9-26EF8D6BD421}" type="presParOf" srcId="{30153FFF-E61D-46B6-91F4-205C1C99F9A2}" destId="{808AD92B-C106-4657-B802-EEFC4EBEC705}" srcOrd="0" destOrd="0" presId="urn:microsoft.com/office/officeart/2005/8/layout/hierarchy1"/>
    <dgm:cxn modelId="{024654BE-EF1D-4765-B095-15481B2A6CE6}" type="presParOf" srcId="{30153FFF-E61D-46B6-91F4-205C1C99F9A2}" destId="{5B178E4E-2120-4CD8-A511-7FA96FF90118}" srcOrd="1" destOrd="0" presId="urn:microsoft.com/office/officeart/2005/8/layout/hierarchy1"/>
    <dgm:cxn modelId="{65FE0523-2C5A-43B7-B6B0-75E3327E3839}" type="presParOf" srcId="{94AE81CC-C91D-45EB-A74C-22737EAAB9FD}" destId="{5868D596-B2EE-46DE-BC68-808E4D3E4B25}" srcOrd="1" destOrd="0" presId="urn:microsoft.com/office/officeart/2005/8/layout/hierarchy1"/>
    <dgm:cxn modelId="{F13C4C04-99ED-44B6-9C2B-0B6848A62D6A}" type="presParOf" srcId="{7713E927-CA60-434C-8D4D-174B0C8168CE}" destId="{86218837-0823-47A8-A155-37E0C5B43A28}" srcOrd="1" destOrd="0" presId="urn:microsoft.com/office/officeart/2005/8/layout/hierarchy1"/>
    <dgm:cxn modelId="{39B772E2-08FB-4498-8F49-0A0BE74D831C}" type="presParOf" srcId="{86218837-0823-47A8-A155-37E0C5B43A28}" destId="{6359751E-D204-4A1E-A594-943DC84A54DA}" srcOrd="0" destOrd="0" presId="urn:microsoft.com/office/officeart/2005/8/layout/hierarchy1"/>
    <dgm:cxn modelId="{DF218596-C769-4F2B-BFA7-B0FFB50EA8E7}" type="presParOf" srcId="{6359751E-D204-4A1E-A594-943DC84A54DA}" destId="{29AEAF24-FE4B-4AEF-BEA5-08D4C5543997}" srcOrd="0" destOrd="0" presId="urn:microsoft.com/office/officeart/2005/8/layout/hierarchy1"/>
    <dgm:cxn modelId="{6C1600C1-46A1-4DE5-BF79-647C621DE46E}" type="presParOf" srcId="{6359751E-D204-4A1E-A594-943DC84A54DA}" destId="{A5F6B38D-7543-45CE-9050-14DFE9AA6FFE}" srcOrd="1" destOrd="0" presId="urn:microsoft.com/office/officeart/2005/8/layout/hierarchy1"/>
    <dgm:cxn modelId="{144EB9A3-9595-42A6-9E95-5EDBFF1566D3}" type="presParOf" srcId="{86218837-0823-47A8-A155-37E0C5B43A28}" destId="{93B08E30-F00B-4C2F-AA64-213661B30E03}" srcOrd="1" destOrd="0" presId="urn:microsoft.com/office/officeart/2005/8/layout/hierarchy1"/>
    <dgm:cxn modelId="{D48ECD54-B7E0-44D3-81DE-4F431E1E2E37}" type="presParOf" srcId="{93B08E30-F00B-4C2F-AA64-213661B30E03}" destId="{07799EA1-C335-4195-BAE8-FE00CB4A99C9}" srcOrd="0" destOrd="0" presId="urn:microsoft.com/office/officeart/2005/8/layout/hierarchy1"/>
    <dgm:cxn modelId="{4CD96AE8-088F-4B54-BECB-70A384EE5A0B}" type="presParOf" srcId="{93B08E30-F00B-4C2F-AA64-213661B30E03}" destId="{4BF971AD-2807-4185-B326-28895E3A81E0}" srcOrd="1" destOrd="0" presId="urn:microsoft.com/office/officeart/2005/8/layout/hierarchy1"/>
    <dgm:cxn modelId="{08A28C4A-7238-4A93-98F7-504D1B4A270B}" type="presParOf" srcId="{4BF971AD-2807-4185-B326-28895E3A81E0}" destId="{51D5BCC5-15F6-4975-AF0D-E5FE881743B9}" srcOrd="0" destOrd="0" presId="urn:microsoft.com/office/officeart/2005/8/layout/hierarchy1"/>
    <dgm:cxn modelId="{B7776326-9C55-4BE3-8626-EF2B72556358}" type="presParOf" srcId="{51D5BCC5-15F6-4975-AF0D-E5FE881743B9}" destId="{FB993E6C-34B0-4DCB-822B-BF470C682D7C}" srcOrd="0" destOrd="0" presId="urn:microsoft.com/office/officeart/2005/8/layout/hierarchy1"/>
    <dgm:cxn modelId="{FF5F40A0-4937-4AC7-879F-B248E896FF00}" type="presParOf" srcId="{51D5BCC5-15F6-4975-AF0D-E5FE881743B9}" destId="{71E666AE-C3E0-42F0-A8AB-6EC48A37E4EB}" srcOrd="1" destOrd="0" presId="urn:microsoft.com/office/officeart/2005/8/layout/hierarchy1"/>
    <dgm:cxn modelId="{678BEB9E-0C9E-4617-9689-15D1047BB434}" type="presParOf" srcId="{4BF971AD-2807-4185-B326-28895E3A81E0}" destId="{66A169FB-62EC-4E5B-89BB-73680377F1FA}" srcOrd="1" destOrd="0" presId="urn:microsoft.com/office/officeart/2005/8/layout/hierarchy1"/>
    <dgm:cxn modelId="{A91A9418-0588-4259-B529-86A00B53F223}" type="presParOf" srcId="{93B08E30-F00B-4C2F-AA64-213661B30E03}" destId="{938D0F36-91E1-44F7-B0A3-8DFAC76D96FF}" srcOrd="2" destOrd="0" presId="urn:microsoft.com/office/officeart/2005/8/layout/hierarchy1"/>
    <dgm:cxn modelId="{E6335034-20AD-4DE3-8664-4B5ED7068F49}" type="presParOf" srcId="{93B08E30-F00B-4C2F-AA64-213661B30E03}" destId="{6751009C-2538-46AE-95E8-5187B233450D}" srcOrd="3" destOrd="0" presId="urn:microsoft.com/office/officeart/2005/8/layout/hierarchy1"/>
    <dgm:cxn modelId="{16FAC088-A4CB-4DA8-BEBE-0933DEA917EB}" type="presParOf" srcId="{6751009C-2538-46AE-95E8-5187B233450D}" destId="{0A43D762-FDB9-4B77-8B64-161C23862710}" srcOrd="0" destOrd="0" presId="urn:microsoft.com/office/officeart/2005/8/layout/hierarchy1"/>
    <dgm:cxn modelId="{CD33FE38-B45B-43D4-9CF9-3D996620ABF5}" type="presParOf" srcId="{0A43D762-FDB9-4B77-8B64-161C23862710}" destId="{CF459E00-D303-494E-A835-EC3FB2E42D17}" srcOrd="0" destOrd="0" presId="urn:microsoft.com/office/officeart/2005/8/layout/hierarchy1"/>
    <dgm:cxn modelId="{F90EE5AF-E41B-4DD3-8159-0124B4F46F79}" type="presParOf" srcId="{0A43D762-FDB9-4B77-8B64-161C23862710}" destId="{31C19BD6-7F8D-4DCB-A31F-3EAEDB8692DA}" srcOrd="1" destOrd="0" presId="urn:microsoft.com/office/officeart/2005/8/layout/hierarchy1"/>
    <dgm:cxn modelId="{961CF540-FBF5-4655-BD20-5CA7F3782D96}" type="presParOf" srcId="{6751009C-2538-46AE-95E8-5187B233450D}" destId="{B0EE8CB9-DA47-464B-BB10-BFCD01A3BAC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F425359-9CB9-410B-AB78-749CAB314D6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ED8ED0D-FC8F-441F-AF7B-32A6F5DE2041}">
      <dgm:prSet/>
      <dgm:spPr/>
      <dgm:t>
        <a:bodyPr/>
        <a:lstStyle/>
        <a:p>
          <a:pPr>
            <a:defRPr b="1"/>
          </a:pPr>
          <a:r>
            <a:rPr lang="en-US"/>
            <a:t>Model Benefit (TP)</a:t>
          </a:r>
        </a:p>
      </dgm:t>
    </dgm:pt>
    <dgm:pt modelId="{DE7E90D6-0A51-4A79-93F7-A6F75FFE6AA5}" type="parTrans" cxnId="{40766706-4977-4071-A307-A4BC6E0EF8EF}">
      <dgm:prSet/>
      <dgm:spPr/>
      <dgm:t>
        <a:bodyPr/>
        <a:lstStyle/>
        <a:p>
          <a:endParaRPr lang="en-US"/>
        </a:p>
      </dgm:t>
    </dgm:pt>
    <dgm:pt modelId="{3CA6C992-0C73-4F3F-B954-C7F05D6FC055}" type="sibTrans" cxnId="{40766706-4977-4071-A307-A4BC6E0EF8EF}">
      <dgm:prSet/>
      <dgm:spPr/>
      <dgm:t>
        <a:bodyPr/>
        <a:lstStyle/>
        <a:p>
          <a:endParaRPr lang="en-US"/>
        </a:p>
      </dgm:t>
    </dgm:pt>
    <dgm:pt modelId="{1552BF6D-3587-4007-900E-AC586F4267F2}">
      <dgm:prSet custT="1"/>
      <dgm:spPr/>
      <dgm:t>
        <a:bodyPr/>
        <a:lstStyle/>
        <a:p>
          <a:r>
            <a:rPr lang="en-US" sz="2800" dirty="0"/>
            <a:t>32,370,000</a:t>
          </a:r>
          <a:endParaRPr lang="en-US" sz="1700" dirty="0"/>
        </a:p>
      </dgm:t>
    </dgm:pt>
    <dgm:pt modelId="{6D9E862E-516B-422B-989B-EB8F18FA9BA2}" type="parTrans" cxnId="{A91365CD-A394-42E5-A02B-3D98C87B7C66}">
      <dgm:prSet/>
      <dgm:spPr/>
      <dgm:t>
        <a:bodyPr/>
        <a:lstStyle/>
        <a:p>
          <a:endParaRPr lang="en-US"/>
        </a:p>
      </dgm:t>
    </dgm:pt>
    <dgm:pt modelId="{1505E764-2A72-4907-A0C9-29C0815B634C}" type="sibTrans" cxnId="{A91365CD-A394-42E5-A02B-3D98C87B7C66}">
      <dgm:prSet/>
      <dgm:spPr/>
      <dgm:t>
        <a:bodyPr/>
        <a:lstStyle/>
        <a:p>
          <a:endParaRPr lang="en-US"/>
        </a:p>
      </dgm:t>
    </dgm:pt>
    <dgm:pt modelId="{D498D970-CA7D-45DC-A5DC-DB3647B3C0DD}">
      <dgm:prSet/>
      <dgm:spPr/>
      <dgm:t>
        <a:bodyPr/>
        <a:lstStyle/>
        <a:p>
          <a:pPr>
            <a:defRPr b="1"/>
          </a:pPr>
          <a:r>
            <a:rPr lang="en-US"/>
            <a:t>Operational Cost (FP)</a:t>
          </a:r>
        </a:p>
      </dgm:t>
    </dgm:pt>
    <dgm:pt modelId="{8945C89C-E336-4601-9E44-E867B103BDD1}" type="parTrans" cxnId="{A090F181-4A85-497B-A942-D380057ECAC5}">
      <dgm:prSet/>
      <dgm:spPr/>
      <dgm:t>
        <a:bodyPr/>
        <a:lstStyle/>
        <a:p>
          <a:endParaRPr lang="en-US"/>
        </a:p>
      </dgm:t>
    </dgm:pt>
    <dgm:pt modelId="{1398808A-E894-4BB0-93CB-56EDF1909954}" type="sibTrans" cxnId="{A090F181-4A85-497B-A942-D380057ECAC5}">
      <dgm:prSet/>
      <dgm:spPr/>
      <dgm:t>
        <a:bodyPr/>
        <a:lstStyle/>
        <a:p>
          <a:endParaRPr lang="en-US"/>
        </a:p>
      </dgm:t>
    </dgm:pt>
    <dgm:pt modelId="{0F6E48ED-8750-4BD0-875D-FDB6EAB3DE9A}">
      <dgm:prSet custT="1"/>
      <dgm:spPr/>
      <dgm:t>
        <a:bodyPr/>
        <a:lstStyle/>
        <a:p>
          <a:r>
            <a:rPr lang="en-US" sz="3200" dirty="0"/>
            <a:t>270,000</a:t>
          </a:r>
          <a:endParaRPr lang="en-US" sz="2000" dirty="0"/>
        </a:p>
      </dgm:t>
    </dgm:pt>
    <dgm:pt modelId="{0E0E6E5B-43B5-490F-AB9C-34BFD1CE4ED9}" type="parTrans" cxnId="{B82FE043-97C0-4753-B77A-150FB95CB27C}">
      <dgm:prSet/>
      <dgm:spPr/>
      <dgm:t>
        <a:bodyPr/>
        <a:lstStyle/>
        <a:p>
          <a:endParaRPr lang="en-US"/>
        </a:p>
      </dgm:t>
    </dgm:pt>
    <dgm:pt modelId="{EBADD64F-CFFD-4BCD-B56E-82A4757F051E}" type="sibTrans" cxnId="{B82FE043-97C0-4753-B77A-150FB95CB27C}">
      <dgm:prSet/>
      <dgm:spPr/>
      <dgm:t>
        <a:bodyPr/>
        <a:lstStyle/>
        <a:p>
          <a:endParaRPr lang="en-US"/>
        </a:p>
      </dgm:t>
    </dgm:pt>
    <dgm:pt modelId="{4FE65EEC-5053-4724-A76D-14723DBC6518}">
      <dgm:prSet/>
      <dgm:spPr/>
      <dgm:t>
        <a:bodyPr/>
        <a:lstStyle/>
        <a:p>
          <a:pPr>
            <a:defRPr b="1"/>
          </a:pPr>
          <a:r>
            <a:rPr lang="en-US"/>
            <a:t>The ROI</a:t>
          </a:r>
        </a:p>
      </dgm:t>
    </dgm:pt>
    <dgm:pt modelId="{D078C34E-C5C8-44EB-9492-8CA4B1FEC635}" type="parTrans" cxnId="{FBECFAA2-55C3-48C3-B6E7-34BCF387D01D}">
      <dgm:prSet/>
      <dgm:spPr/>
      <dgm:t>
        <a:bodyPr/>
        <a:lstStyle/>
        <a:p>
          <a:endParaRPr lang="en-US"/>
        </a:p>
      </dgm:t>
    </dgm:pt>
    <dgm:pt modelId="{AA9A20EA-F335-42C7-B60B-D109A0BC435A}" type="sibTrans" cxnId="{FBECFAA2-55C3-48C3-B6E7-34BCF387D01D}">
      <dgm:prSet/>
      <dgm:spPr/>
      <dgm:t>
        <a:bodyPr/>
        <a:lstStyle/>
        <a:p>
          <a:endParaRPr lang="en-US"/>
        </a:p>
      </dgm:t>
    </dgm:pt>
    <dgm:pt modelId="{5DFED5F6-2094-48AC-8166-6514B3202E9C}" type="pres">
      <dgm:prSet presAssocID="{5F425359-9CB9-410B-AB78-749CAB314D62}" presName="root" presStyleCnt="0">
        <dgm:presLayoutVars>
          <dgm:dir/>
          <dgm:resizeHandles val="exact"/>
        </dgm:presLayoutVars>
      </dgm:prSet>
      <dgm:spPr/>
    </dgm:pt>
    <dgm:pt modelId="{85D1F33F-4966-4050-BB3B-F5D3C218A942}" type="pres">
      <dgm:prSet presAssocID="{DED8ED0D-FC8F-441F-AF7B-32A6F5DE2041}" presName="compNode" presStyleCnt="0"/>
      <dgm:spPr/>
    </dgm:pt>
    <dgm:pt modelId="{DDF62938-2F9F-47C2-8319-5F1C42993853}" type="pres">
      <dgm:prSet presAssocID="{DED8ED0D-FC8F-441F-AF7B-32A6F5DE20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0927F99-5CCE-4151-95F9-5D14D4874624}" type="pres">
      <dgm:prSet presAssocID="{DED8ED0D-FC8F-441F-AF7B-32A6F5DE2041}" presName="iconSpace" presStyleCnt="0"/>
      <dgm:spPr/>
    </dgm:pt>
    <dgm:pt modelId="{B302DD50-2353-4C0A-B9D1-08F75343E1C5}" type="pres">
      <dgm:prSet presAssocID="{DED8ED0D-FC8F-441F-AF7B-32A6F5DE2041}" presName="parTx" presStyleLbl="revTx" presStyleIdx="0" presStyleCnt="6">
        <dgm:presLayoutVars>
          <dgm:chMax val="0"/>
          <dgm:chPref val="0"/>
        </dgm:presLayoutVars>
      </dgm:prSet>
      <dgm:spPr/>
    </dgm:pt>
    <dgm:pt modelId="{F166D2CF-19AA-4953-AA51-FF9F7DAB2C79}" type="pres">
      <dgm:prSet presAssocID="{DED8ED0D-FC8F-441F-AF7B-32A6F5DE2041}" presName="txSpace" presStyleCnt="0"/>
      <dgm:spPr/>
    </dgm:pt>
    <dgm:pt modelId="{2794C97D-80D1-42E2-ADD8-B727B992D29B}" type="pres">
      <dgm:prSet presAssocID="{DED8ED0D-FC8F-441F-AF7B-32A6F5DE2041}" presName="desTx" presStyleLbl="revTx" presStyleIdx="1" presStyleCnt="6">
        <dgm:presLayoutVars/>
      </dgm:prSet>
      <dgm:spPr/>
    </dgm:pt>
    <dgm:pt modelId="{C4DFD637-0ABC-4D62-99C4-45A098CF1C34}" type="pres">
      <dgm:prSet presAssocID="{3CA6C992-0C73-4F3F-B954-C7F05D6FC055}" presName="sibTrans" presStyleCnt="0"/>
      <dgm:spPr/>
    </dgm:pt>
    <dgm:pt modelId="{A37E6B2A-A2A6-4193-97B0-1BCA9D0C8224}" type="pres">
      <dgm:prSet presAssocID="{D498D970-CA7D-45DC-A5DC-DB3647B3C0DD}" presName="compNode" presStyleCnt="0"/>
      <dgm:spPr/>
    </dgm:pt>
    <dgm:pt modelId="{1776D456-4D7E-499C-81DD-A8E037A9DCA4}" type="pres">
      <dgm:prSet presAssocID="{D498D970-CA7D-45DC-A5DC-DB3647B3C0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4742B6B-E229-4AB6-A0B2-86152D81F108}" type="pres">
      <dgm:prSet presAssocID="{D498D970-CA7D-45DC-A5DC-DB3647B3C0DD}" presName="iconSpace" presStyleCnt="0"/>
      <dgm:spPr/>
    </dgm:pt>
    <dgm:pt modelId="{25776445-2F0A-41A3-9E55-C9776C7AC4A7}" type="pres">
      <dgm:prSet presAssocID="{D498D970-CA7D-45DC-A5DC-DB3647B3C0DD}" presName="parTx" presStyleLbl="revTx" presStyleIdx="2" presStyleCnt="6">
        <dgm:presLayoutVars>
          <dgm:chMax val="0"/>
          <dgm:chPref val="0"/>
        </dgm:presLayoutVars>
      </dgm:prSet>
      <dgm:spPr/>
    </dgm:pt>
    <dgm:pt modelId="{AEE5358B-0C37-4ED8-87CA-FCAB7A1F323E}" type="pres">
      <dgm:prSet presAssocID="{D498D970-CA7D-45DC-A5DC-DB3647B3C0DD}" presName="txSpace" presStyleCnt="0"/>
      <dgm:spPr/>
    </dgm:pt>
    <dgm:pt modelId="{45052B1C-782F-4FD5-9C6B-35CC1B62B31F}" type="pres">
      <dgm:prSet presAssocID="{D498D970-CA7D-45DC-A5DC-DB3647B3C0DD}" presName="desTx" presStyleLbl="revTx" presStyleIdx="3" presStyleCnt="6">
        <dgm:presLayoutVars/>
      </dgm:prSet>
      <dgm:spPr/>
    </dgm:pt>
    <dgm:pt modelId="{8585021B-0991-4AB8-BF32-76267909CE6D}" type="pres">
      <dgm:prSet presAssocID="{1398808A-E894-4BB0-93CB-56EDF1909954}" presName="sibTrans" presStyleCnt="0"/>
      <dgm:spPr/>
    </dgm:pt>
    <dgm:pt modelId="{363CDB0D-7138-4FB1-BF41-4AA80918E9E5}" type="pres">
      <dgm:prSet presAssocID="{4FE65EEC-5053-4724-A76D-14723DBC6518}" presName="compNode" presStyleCnt="0"/>
      <dgm:spPr/>
    </dgm:pt>
    <dgm:pt modelId="{18EDD895-D54F-4116-BB94-8A3546FDC02E}" type="pres">
      <dgm:prSet presAssocID="{4FE65EEC-5053-4724-A76D-14723DBC65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6C65C9C-F495-400A-B3D7-463C02441C50}" type="pres">
      <dgm:prSet presAssocID="{4FE65EEC-5053-4724-A76D-14723DBC6518}" presName="iconSpace" presStyleCnt="0"/>
      <dgm:spPr/>
    </dgm:pt>
    <dgm:pt modelId="{0363BA86-C9E9-45D2-8107-F24D2BE6A338}" type="pres">
      <dgm:prSet presAssocID="{4FE65EEC-5053-4724-A76D-14723DBC6518}" presName="parTx" presStyleLbl="revTx" presStyleIdx="4" presStyleCnt="6">
        <dgm:presLayoutVars>
          <dgm:chMax val="0"/>
          <dgm:chPref val="0"/>
        </dgm:presLayoutVars>
      </dgm:prSet>
      <dgm:spPr/>
    </dgm:pt>
    <dgm:pt modelId="{14A6CF74-E3A9-4FBB-99F9-85088965438A}" type="pres">
      <dgm:prSet presAssocID="{4FE65EEC-5053-4724-A76D-14723DBC6518}" presName="txSpace" presStyleCnt="0"/>
      <dgm:spPr/>
    </dgm:pt>
    <dgm:pt modelId="{426E8904-0CDA-487B-A8A1-7432022E2500}" type="pres">
      <dgm:prSet presAssocID="{4FE65EEC-5053-4724-A76D-14723DBC6518}" presName="desTx" presStyleLbl="revTx" presStyleIdx="5" presStyleCnt="6">
        <dgm:presLayoutVars/>
      </dgm:prSet>
      <dgm:spPr/>
    </dgm:pt>
  </dgm:ptLst>
  <dgm:cxnLst>
    <dgm:cxn modelId="{40766706-4977-4071-A307-A4BC6E0EF8EF}" srcId="{5F425359-9CB9-410B-AB78-749CAB314D62}" destId="{DED8ED0D-FC8F-441F-AF7B-32A6F5DE2041}" srcOrd="0" destOrd="0" parTransId="{DE7E90D6-0A51-4A79-93F7-A6F75FFE6AA5}" sibTransId="{3CA6C992-0C73-4F3F-B954-C7F05D6FC055}"/>
    <dgm:cxn modelId="{95566F34-3497-45F9-A0AB-C0186E669D2F}" type="presOf" srcId="{4FE65EEC-5053-4724-A76D-14723DBC6518}" destId="{0363BA86-C9E9-45D2-8107-F24D2BE6A338}" srcOrd="0" destOrd="0" presId="urn:microsoft.com/office/officeart/2018/5/layout/CenteredIconLabelDescriptionList"/>
    <dgm:cxn modelId="{B82FE043-97C0-4753-B77A-150FB95CB27C}" srcId="{D498D970-CA7D-45DC-A5DC-DB3647B3C0DD}" destId="{0F6E48ED-8750-4BD0-875D-FDB6EAB3DE9A}" srcOrd="0" destOrd="0" parTransId="{0E0E6E5B-43B5-490F-AB9C-34BFD1CE4ED9}" sibTransId="{EBADD64F-CFFD-4BCD-B56E-82A4757F051E}"/>
    <dgm:cxn modelId="{E8C1876C-5C59-471C-89D7-EB3E7D75A99A}" type="presOf" srcId="{DED8ED0D-FC8F-441F-AF7B-32A6F5DE2041}" destId="{B302DD50-2353-4C0A-B9D1-08F75343E1C5}" srcOrd="0" destOrd="0" presId="urn:microsoft.com/office/officeart/2018/5/layout/CenteredIconLabelDescriptionList"/>
    <dgm:cxn modelId="{A090F181-4A85-497B-A942-D380057ECAC5}" srcId="{5F425359-9CB9-410B-AB78-749CAB314D62}" destId="{D498D970-CA7D-45DC-A5DC-DB3647B3C0DD}" srcOrd="1" destOrd="0" parTransId="{8945C89C-E336-4601-9E44-E867B103BDD1}" sibTransId="{1398808A-E894-4BB0-93CB-56EDF1909954}"/>
    <dgm:cxn modelId="{736D419A-C912-429D-9AEA-1214B60C56D1}" type="presOf" srcId="{1552BF6D-3587-4007-900E-AC586F4267F2}" destId="{2794C97D-80D1-42E2-ADD8-B727B992D29B}" srcOrd="0" destOrd="0" presId="urn:microsoft.com/office/officeart/2018/5/layout/CenteredIconLabelDescriptionList"/>
    <dgm:cxn modelId="{FBECFAA2-55C3-48C3-B6E7-34BCF387D01D}" srcId="{5F425359-9CB9-410B-AB78-749CAB314D62}" destId="{4FE65EEC-5053-4724-A76D-14723DBC6518}" srcOrd="2" destOrd="0" parTransId="{D078C34E-C5C8-44EB-9492-8CA4B1FEC635}" sibTransId="{AA9A20EA-F335-42C7-B60B-D109A0BC435A}"/>
    <dgm:cxn modelId="{A91365CD-A394-42E5-A02B-3D98C87B7C66}" srcId="{DED8ED0D-FC8F-441F-AF7B-32A6F5DE2041}" destId="{1552BF6D-3587-4007-900E-AC586F4267F2}" srcOrd="0" destOrd="0" parTransId="{6D9E862E-516B-422B-989B-EB8F18FA9BA2}" sibTransId="{1505E764-2A72-4907-A0C9-29C0815B634C}"/>
    <dgm:cxn modelId="{73E503D0-B350-4360-94F0-8D842246F161}" type="presOf" srcId="{5F425359-9CB9-410B-AB78-749CAB314D62}" destId="{5DFED5F6-2094-48AC-8166-6514B3202E9C}" srcOrd="0" destOrd="0" presId="urn:microsoft.com/office/officeart/2018/5/layout/CenteredIconLabelDescriptionList"/>
    <dgm:cxn modelId="{575435D3-1BF7-4661-8B0D-7014E2D6F76A}" type="presOf" srcId="{0F6E48ED-8750-4BD0-875D-FDB6EAB3DE9A}" destId="{45052B1C-782F-4FD5-9C6B-35CC1B62B31F}" srcOrd="0" destOrd="0" presId="urn:microsoft.com/office/officeart/2018/5/layout/CenteredIconLabelDescriptionList"/>
    <dgm:cxn modelId="{44C85BDE-AE73-4288-BC4F-C93D8736DF7D}" type="presOf" srcId="{D498D970-CA7D-45DC-A5DC-DB3647B3C0DD}" destId="{25776445-2F0A-41A3-9E55-C9776C7AC4A7}" srcOrd="0" destOrd="0" presId="urn:microsoft.com/office/officeart/2018/5/layout/CenteredIconLabelDescriptionList"/>
    <dgm:cxn modelId="{C360F570-B80E-4CDF-A5D9-83486FBC3D21}" type="presParOf" srcId="{5DFED5F6-2094-48AC-8166-6514B3202E9C}" destId="{85D1F33F-4966-4050-BB3B-F5D3C218A942}" srcOrd="0" destOrd="0" presId="urn:microsoft.com/office/officeart/2018/5/layout/CenteredIconLabelDescriptionList"/>
    <dgm:cxn modelId="{6FF1C005-115E-4FCE-9B61-113C37DEDF46}" type="presParOf" srcId="{85D1F33F-4966-4050-BB3B-F5D3C218A942}" destId="{DDF62938-2F9F-47C2-8319-5F1C42993853}" srcOrd="0" destOrd="0" presId="urn:microsoft.com/office/officeart/2018/5/layout/CenteredIconLabelDescriptionList"/>
    <dgm:cxn modelId="{73FDDF80-973E-48D3-BF52-9C0C76D38F1B}" type="presParOf" srcId="{85D1F33F-4966-4050-BB3B-F5D3C218A942}" destId="{00927F99-5CCE-4151-95F9-5D14D4874624}" srcOrd="1" destOrd="0" presId="urn:microsoft.com/office/officeart/2018/5/layout/CenteredIconLabelDescriptionList"/>
    <dgm:cxn modelId="{E557402E-6B3D-4886-B779-CE95CFCC86C8}" type="presParOf" srcId="{85D1F33F-4966-4050-BB3B-F5D3C218A942}" destId="{B302DD50-2353-4C0A-B9D1-08F75343E1C5}" srcOrd="2" destOrd="0" presId="urn:microsoft.com/office/officeart/2018/5/layout/CenteredIconLabelDescriptionList"/>
    <dgm:cxn modelId="{50A31A2E-FB69-4E39-A7A0-76F840657D33}" type="presParOf" srcId="{85D1F33F-4966-4050-BB3B-F5D3C218A942}" destId="{F166D2CF-19AA-4953-AA51-FF9F7DAB2C79}" srcOrd="3" destOrd="0" presId="urn:microsoft.com/office/officeart/2018/5/layout/CenteredIconLabelDescriptionList"/>
    <dgm:cxn modelId="{C21A10CE-1B58-45C5-8EFE-43DB3EF37368}" type="presParOf" srcId="{85D1F33F-4966-4050-BB3B-F5D3C218A942}" destId="{2794C97D-80D1-42E2-ADD8-B727B992D29B}" srcOrd="4" destOrd="0" presId="urn:microsoft.com/office/officeart/2018/5/layout/CenteredIconLabelDescriptionList"/>
    <dgm:cxn modelId="{43352120-47E7-4F38-A0BF-6BBEB6B6A94A}" type="presParOf" srcId="{5DFED5F6-2094-48AC-8166-6514B3202E9C}" destId="{C4DFD637-0ABC-4D62-99C4-45A098CF1C34}" srcOrd="1" destOrd="0" presId="urn:microsoft.com/office/officeart/2018/5/layout/CenteredIconLabelDescriptionList"/>
    <dgm:cxn modelId="{673C59E6-D388-4038-A8D2-57F1F6A242A4}" type="presParOf" srcId="{5DFED5F6-2094-48AC-8166-6514B3202E9C}" destId="{A37E6B2A-A2A6-4193-97B0-1BCA9D0C8224}" srcOrd="2" destOrd="0" presId="urn:microsoft.com/office/officeart/2018/5/layout/CenteredIconLabelDescriptionList"/>
    <dgm:cxn modelId="{A6A836EB-6B49-456D-B47B-295FE1CB63D9}" type="presParOf" srcId="{A37E6B2A-A2A6-4193-97B0-1BCA9D0C8224}" destId="{1776D456-4D7E-499C-81DD-A8E037A9DCA4}" srcOrd="0" destOrd="0" presId="urn:microsoft.com/office/officeart/2018/5/layout/CenteredIconLabelDescriptionList"/>
    <dgm:cxn modelId="{4302F074-59D4-49F5-BF54-DD724B730B37}" type="presParOf" srcId="{A37E6B2A-A2A6-4193-97B0-1BCA9D0C8224}" destId="{54742B6B-E229-4AB6-A0B2-86152D81F108}" srcOrd="1" destOrd="0" presId="urn:microsoft.com/office/officeart/2018/5/layout/CenteredIconLabelDescriptionList"/>
    <dgm:cxn modelId="{1BC6748E-2F68-4F06-884B-2906ED8B4DFF}" type="presParOf" srcId="{A37E6B2A-A2A6-4193-97B0-1BCA9D0C8224}" destId="{25776445-2F0A-41A3-9E55-C9776C7AC4A7}" srcOrd="2" destOrd="0" presId="urn:microsoft.com/office/officeart/2018/5/layout/CenteredIconLabelDescriptionList"/>
    <dgm:cxn modelId="{9A718ED2-55E3-400E-8961-0DBC00D42F82}" type="presParOf" srcId="{A37E6B2A-A2A6-4193-97B0-1BCA9D0C8224}" destId="{AEE5358B-0C37-4ED8-87CA-FCAB7A1F323E}" srcOrd="3" destOrd="0" presId="urn:microsoft.com/office/officeart/2018/5/layout/CenteredIconLabelDescriptionList"/>
    <dgm:cxn modelId="{B5D4FF9E-324A-422D-B118-2506F423551E}" type="presParOf" srcId="{A37E6B2A-A2A6-4193-97B0-1BCA9D0C8224}" destId="{45052B1C-782F-4FD5-9C6B-35CC1B62B31F}" srcOrd="4" destOrd="0" presId="urn:microsoft.com/office/officeart/2018/5/layout/CenteredIconLabelDescriptionList"/>
    <dgm:cxn modelId="{03F3ADEC-8FC4-4469-B14F-DA04982BF281}" type="presParOf" srcId="{5DFED5F6-2094-48AC-8166-6514B3202E9C}" destId="{8585021B-0991-4AB8-BF32-76267909CE6D}" srcOrd="3" destOrd="0" presId="urn:microsoft.com/office/officeart/2018/5/layout/CenteredIconLabelDescriptionList"/>
    <dgm:cxn modelId="{FFBA0264-07DD-46A2-A6B8-A83C0831FE89}" type="presParOf" srcId="{5DFED5F6-2094-48AC-8166-6514B3202E9C}" destId="{363CDB0D-7138-4FB1-BF41-4AA80918E9E5}" srcOrd="4" destOrd="0" presId="urn:microsoft.com/office/officeart/2018/5/layout/CenteredIconLabelDescriptionList"/>
    <dgm:cxn modelId="{F327685F-E4E4-4C38-B0C8-B1F89E5A94BB}" type="presParOf" srcId="{363CDB0D-7138-4FB1-BF41-4AA80918E9E5}" destId="{18EDD895-D54F-4116-BB94-8A3546FDC02E}" srcOrd="0" destOrd="0" presId="urn:microsoft.com/office/officeart/2018/5/layout/CenteredIconLabelDescriptionList"/>
    <dgm:cxn modelId="{DAD6C203-6B6E-4F43-8BC7-412CDC582B83}" type="presParOf" srcId="{363CDB0D-7138-4FB1-BF41-4AA80918E9E5}" destId="{86C65C9C-F495-400A-B3D7-463C02441C50}" srcOrd="1" destOrd="0" presId="urn:microsoft.com/office/officeart/2018/5/layout/CenteredIconLabelDescriptionList"/>
    <dgm:cxn modelId="{D41CD108-B6A8-4F67-8AE8-FE57540850B5}" type="presParOf" srcId="{363CDB0D-7138-4FB1-BF41-4AA80918E9E5}" destId="{0363BA86-C9E9-45D2-8107-F24D2BE6A338}" srcOrd="2" destOrd="0" presId="urn:microsoft.com/office/officeart/2018/5/layout/CenteredIconLabelDescriptionList"/>
    <dgm:cxn modelId="{32F13708-D6EC-4E58-9E54-29A3FE79141A}" type="presParOf" srcId="{363CDB0D-7138-4FB1-BF41-4AA80918E9E5}" destId="{14A6CF74-E3A9-4FBB-99F9-85088965438A}" srcOrd="3" destOrd="0" presId="urn:microsoft.com/office/officeart/2018/5/layout/CenteredIconLabelDescriptionList"/>
    <dgm:cxn modelId="{F103C085-3EA6-4958-97E0-933B6FFE2901}" type="presParOf" srcId="{363CDB0D-7138-4FB1-BF41-4AA80918E9E5}" destId="{426E8904-0CDA-487B-A8A1-7432022E250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255DD6A-2E89-4194-A24E-383F21CFBE4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39AF6F-78E2-4026-9A57-0DD3C03CE71A}">
      <dgm:prSet/>
      <dgm:spPr/>
      <dgm:t>
        <a:bodyPr/>
        <a:lstStyle/>
        <a:p>
          <a:r>
            <a:rPr lang="en-US"/>
            <a:t>FN Learning (Target Risk)</a:t>
          </a:r>
        </a:p>
      </dgm:t>
    </dgm:pt>
    <dgm:pt modelId="{CE9DEDE4-3C5C-463E-99E6-2B171EEF68C3}" type="parTrans" cxnId="{DE4CF4DC-3EDF-4716-AA3F-542C523E13C0}">
      <dgm:prSet/>
      <dgm:spPr/>
      <dgm:t>
        <a:bodyPr/>
        <a:lstStyle/>
        <a:p>
          <a:endParaRPr lang="en-US"/>
        </a:p>
      </dgm:t>
    </dgm:pt>
    <dgm:pt modelId="{9A532767-1DB7-4B9B-9591-F74A0AE6EF11}" type="sibTrans" cxnId="{DE4CF4DC-3EDF-4716-AA3F-542C523E13C0}">
      <dgm:prSet/>
      <dgm:spPr/>
      <dgm:t>
        <a:bodyPr/>
        <a:lstStyle/>
        <a:p>
          <a:endParaRPr lang="en-US"/>
        </a:p>
      </dgm:t>
    </dgm:pt>
    <dgm:pt modelId="{EEC75433-71F7-46A5-B3D5-7A3FE4261020}">
      <dgm:prSet/>
      <dgm:spPr/>
      <dgm:t>
        <a:bodyPr/>
        <a:lstStyle/>
        <a:p>
          <a:r>
            <a:rPr lang="en-US"/>
            <a:t>FP Learning (Operational Overhead)</a:t>
          </a:r>
        </a:p>
      </dgm:t>
    </dgm:pt>
    <dgm:pt modelId="{A994026D-9C3D-46B1-93E5-9D1D73125FA0}" type="parTrans" cxnId="{BD69BD11-AA7B-4D49-82C1-31961E0E9A1D}">
      <dgm:prSet/>
      <dgm:spPr/>
      <dgm:t>
        <a:bodyPr/>
        <a:lstStyle/>
        <a:p>
          <a:endParaRPr lang="en-US"/>
        </a:p>
      </dgm:t>
    </dgm:pt>
    <dgm:pt modelId="{792A6B7E-17FB-4719-9DB9-6DC1893D77BD}" type="sibTrans" cxnId="{BD69BD11-AA7B-4D49-82C1-31961E0E9A1D}">
      <dgm:prSet/>
      <dgm:spPr/>
      <dgm:t>
        <a:bodyPr/>
        <a:lstStyle/>
        <a:p>
          <a:endParaRPr lang="en-US"/>
        </a:p>
      </dgm:t>
    </dgm:pt>
    <dgm:pt modelId="{82F7687B-F7D3-4E4E-86D2-6E9043CCA2EA}">
      <dgm:prSet/>
      <dgm:spPr/>
      <dgm:t>
        <a:bodyPr/>
        <a:lstStyle/>
        <a:p>
          <a:r>
            <a:rPr lang="en-US"/>
            <a:t>Next Step</a:t>
          </a:r>
        </a:p>
      </dgm:t>
    </dgm:pt>
    <dgm:pt modelId="{D66C2A01-147A-4E4F-A028-391C13683D33}" type="parTrans" cxnId="{9944339A-7436-4435-938F-1971B97BA513}">
      <dgm:prSet/>
      <dgm:spPr/>
      <dgm:t>
        <a:bodyPr/>
        <a:lstStyle/>
        <a:p>
          <a:endParaRPr lang="en-US"/>
        </a:p>
      </dgm:t>
    </dgm:pt>
    <dgm:pt modelId="{ABBA056B-2A08-421F-BA7E-83A406C037BB}" type="sibTrans" cxnId="{9944339A-7436-4435-938F-1971B97BA513}">
      <dgm:prSet/>
      <dgm:spPr/>
      <dgm:t>
        <a:bodyPr/>
        <a:lstStyle/>
        <a:p>
          <a:endParaRPr lang="en-US"/>
        </a:p>
      </dgm:t>
    </dgm:pt>
    <dgm:pt modelId="{8CD8AFA5-C1FC-4B48-A68F-643E99A63761}" type="pres">
      <dgm:prSet presAssocID="{3255DD6A-2E89-4194-A24E-383F21CFBE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18FA88-A564-426E-8D88-D1F29B22F63A}" type="pres">
      <dgm:prSet presAssocID="{7239AF6F-78E2-4026-9A57-0DD3C03CE71A}" presName="hierRoot1" presStyleCnt="0"/>
      <dgm:spPr/>
    </dgm:pt>
    <dgm:pt modelId="{D4795047-861A-405C-982B-FBA66151297D}" type="pres">
      <dgm:prSet presAssocID="{7239AF6F-78E2-4026-9A57-0DD3C03CE71A}" presName="composite" presStyleCnt="0"/>
      <dgm:spPr/>
    </dgm:pt>
    <dgm:pt modelId="{E4262E72-3ED0-4E31-A43A-0429CF70A08D}" type="pres">
      <dgm:prSet presAssocID="{7239AF6F-78E2-4026-9A57-0DD3C03CE71A}" presName="background" presStyleLbl="node0" presStyleIdx="0" presStyleCnt="3"/>
      <dgm:spPr/>
    </dgm:pt>
    <dgm:pt modelId="{5B77D7AB-F6F4-417B-85E5-7AE123C51F92}" type="pres">
      <dgm:prSet presAssocID="{7239AF6F-78E2-4026-9A57-0DD3C03CE71A}" presName="text" presStyleLbl="fgAcc0" presStyleIdx="0" presStyleCnt="3">
        <dgm:presLayoutVars>
          <dgm:chPref val="3"/>
        </dgm:presLayoutVars>
      </dgm:prSet>
      <dgm:spPr/>
    </dgm:pt>
    <dgm:pt modelId="{19AB917C-54A2-408D-BC94-9770300A494B}" type="pres">
      <dgm:prSet presAssocID="{7239AF6F-78E2-4026-9A57-0DD3C03CE71A}" presName="hierChild2" presStyleCnt="0"/>
      <dgm:spPr/>
    </dgm:pt>
    <dgm:pt modelId="{CD1009AE-E998-4F37-B48E-DC2A7B2FDDBA}" type="pres">
      <dgm:prSet presAssocID="{EEC75433-71F7-46A5-B3D5-7A3FE4261020}" presName="hierRoot1" presStyleCnt="0"/>
      <dgm:spPr/>
    </dgm:pt>
    <dgm:pt modelId="{EE9DAEE4-90B4-4277-9821-70DDC32F2F3A}" type="pres">
      <dgm:prSet presAssocID="{EEC75433-71F7-46A5-B3D5-7A3FE4261020}" presName="composite" presStyleCnt="0"/>
      <dgm:spPr/>
    </dgm:pt>
    <dgm:pt modelId="{925A5E1A-6B9C-4CD8-AC30-9B0BFCFE7F3F}" type="pres">
      <dgm:prSet presAssocID="{EEC75433-71F7-46A5-B3D5-7A3FE4261020}" presName="background" presStyleLbl="node0" presStyleIdx="1" presStyleCnt="3"/>
      <dgm:spPr/>
    </dgm:pt>
    <dgm:pt modelId="{9152B4E6-8DA1-451D-A501-CDAD729D6E18}" type="pres">
      <dgm:prSet presAssocID="{EEC75433-71F7-46A5-B3D5-7A3FE4261020}" presName="text" presStyleLbl="fgAcc0" presStyleIdx="1" presStyleCnt="3">
        <dgm:presLayoutVars>
          <dgm:chPref val="3"/>
        </dgm:presLayoutVars>
      </dgm:prSet>
      <dgm:spPr/>
    </dgm:pt>
    <dgm:pt modelId="{0D81A74A-9710-40B4-85FC-51128B41E98F}" type="pres">
      <dgm:prSet presAssocID="{EEC75433-71F7-46A5-B3D5-7A3FE4261020}" presName="hierChild2" presStyleCnt="0"/>
      <dgm:spPr/>
    </dgm:pt>
    <dgm:pt modelId="{D914FB9F-6696-4D82-B9FE-C5739A154D56}" type="pres">
      <dgm:prSet presAssocID="{82F7687B-F7D3-4E4E-86D2-6E9043CCA2EA}" presName="hierRoot1" presStyleCnt="0"/>
      <dgm:spPr/>
    </dgm:pt>
    <dgm:pt modelId="{0BB8A9CC-ACF0-4F66-B028-770698A2718A}" type="pres">
      <dgm:prSet presAssocID="{82F7687B-F7D3-4E4E-86D2-6E9043CCA2EA}" presName="composite" presStyleCnt="0"/>
      <dgm:spPr/>
    </dgm:pt>
    <dgm:pt modelId="{417BB840-C0D4-49B2-980F-F0F1C565FB38}" type="pres">
      <dgm:prSet presAssocID="{82F7687B-F7D3-4E4E-86D2-6E9043CCA2EA}" presName="background" presStyleLbl="node0" presStyleIdx="2" presStyleCnt="3"/>
      <dgm:spPr/>
    </dgm:pt>
    <dgm:pt modelId="{06E061D8-553E-4682-A3C9-74FC08BE12DE}" type="pres">
      <dgm:prSet presAssocID="{82F7687B-F7D3-4E4E-86D2-6E9043CCA2EA}" presName="text" presStyleLbl="fgAcc0" presStyleIdx="2" presStyleCnt="3">
        <dgm:presLayoutVars>
          <dgm:chPref val="3"/>
        </dgm:presLayoutVars>
      </dgm:prSet>
      <dgm:spPr/>
    </dgm:pt>
    <dgm:pt modelId="{FDD3D96F-796C-4E0A-A8F3-AD52B4BA5BD3}" type="pres">
      <dgm:prSet presAssocID="{82F7687B-F7D3-4E4E-86D2-6E9043CCA2EA}" presName="hierChild2" presStyleCnt="0"/>
      <dgm:spPr/>
    </dgm:pt>
  </dgm:ptLst>
  <dgm:cxnLst>
    <dgm:cxn modelId="{3467D70A-BF3A-4D2D-A374-2311F22A5C06}" type="presOf" srcId="{EEC75433-71F7-46A5-B3D5-7A3FE4261020}" destId="{9152B4E6-8DA1-451D-A501-CDAD729D6E18}" srcOrd="0" destOrd="0" presId="urn:microsoft.com/office/officeart/2005/8/layout/hierarchy1"/>
    <dgm:cxn modelId="{BD69BD11-AA7B-4D49-82C1-31961E0E9A1D}" srcId="{3255DD6A-2E89-4194-A24E-383F21CFBE47}" destId="{EEC75433-71F7-46A5-B3D5-7A3FE4261020}" srcOrd="1" destOrd="0" parTransId="{A994026D-9C3D-46B1-93E5-9D1D73125FA0}" sibTransId="{792A6B7E-17FB-4719-9DB9-6DC1893D77BD}"/>
    <dgm:cxn modelId="{95A7B52E-227E-4C30-B5A3-491C36C426EA}" type="presOf" srcId="{3255DD6A-2E89-4194-A24E-383F21CFBE47}" destId="{8CD8AFA5-C1FC-4B48-A68F-643E99A63761}" srcOrd="0" destOrd="0" presId="urn:microsoft.com/office/officeart/2005/8/layout/hierarchy1"/>
    <dgm:cxn modelId="{0BBC228F-ED6B-4367-869C-A276C8FA626C}" type="presOf" srcId="{82F7687B-F7D3-4E4E-86D2-6E9043CCA2EA}" destId="{06E061D8-553E-4682-A3C9-74FC08BE12DE}" srcOrd="0" destOrd="0" presId="urn:microsoft.com/office/officeart/2005/8/layout/hierarchy1"/>
    <dgm:cxn modelId="{9944339A-7436-4435-938F-1971B97BA513}" srcId="{3255DD6A-2E89-4194-A24E-383F21CFBE47}" destId="{82F7687B-F7D3-4E4E-86D2-6E9043CCA2EA}" srcOrd="2" destOrd="0" parTransId="{D66C2A01-147A-4E4F-A028-391C13683D33}" sibTransId="{ABBA056B-2A08-421F-BA7E-83A406C037BB}"/>
    <dgm:cxn modelId="{DE4CF4DC-3EDF-4716-AA3F-542C523E13C0}" srcId="{3255DD6A-2E89-4194-A24E-383F21CFBE47}" destId="{7239AF6F-78E2-4026-9A57-0DD3C03CE71A}" srcOrd="0" destOrd="0" parTransId="{CE9DEDE4-3C5C-463E-99E6-2B171EEF68C3}" sibTransId="{9A532767-1DB7-4B9B-9591-F74A0AE6EF11}"/>
    <dgm:cxn modelId="{DF6193FA-7E5B-4F83-A51E-5917B68C73F7}" type="presOf" srcId="{7239AF6F-78E2-4026-9A57-0DD3C03CE71A}" destId="{5B77D7AB-F6F4-417B-85E5-7AE123C51F92}" srcOrd="0" destOrd="0" presId="urn:microsoft.com/office/officeart/2005/8/layout/hierarchy1"/>
    <dgm:cxn modelId="{A4C53C67-31B7-4C7A-AB05-ACE9E116B926}" type="presParOf" srcId="{8CD8AFA5-C1FC-4B48-A68F-643E99A63761}" destId="{E918FA88-A564-426E-8D88-D1F29B22F63A}" srcOrd="0" destOrd="0" presId="urn:microsoft.com/office/officeart/2005/8/layout/hierarchy1"/>
    <dgm:cxn modelId="{7C2AC7CC-381E-4E6E-A68A-85A5A35615E8}" type="presParOf" srcId="{E918FA88-A564-426E-8D88-D1F29B22F63A}" destId="{D4795047-861A-405C-982B-FBA66151297D}" srcOrd="0" destOrd="0" presId="urn:microsoft.com/office/officeart/2005/8/layout/hierarchy1"/>
    <dgm:cxn modelId="{E0F29E9A-E91D-425E-AC02-44DCE5DF10A1}" type="presParOf" srcId="{D4795047-861A-405C-982B-FBA66151297D}" destId="{E4262E72-3ED0-4E31-A43A-0429CF70A08D}" srcOrd="0" destOrd="0" presId="urn:microsoft.com/office/officeart/2005/8/layout/hierarchy1"/>
    <dgm:cxn modelId="{104586C2-2749-49AB-9A37-271F015DA897}" type="presParOf" srcId="{D4795047-861A-405C-982B-FBA66151297D}" destId="{5B77D7AB-F6F4-417B-85E5-7AE123C51F92}" srcOrd="1" destOrd="0" presId="urn:microsoft.com/office/officeart/2005/8/layout/hierarchy1"/>
    <dgm:cxn modelId="{BBAE15DE-3AC9-427B-B989-0A7175D9ACB3}" type="presParOf" srcId="{E918FA88-A564-426E-8D88-D1F29B22F63A}" destId="{19AB917C-54A2-408D-BC94-9770300A494B}" srcOrd="1" destOrd="0" presId="urn:microsoft.com/office/officeart/2005/8/layout/hierarchy1"/>
    <dgm:cxn modelId="{FB26CCF7-82AB-4049-8FCA-8A950EA24F27}" type="presParOf" srcId="{8CD8AFA5-C1FC-4B48-A68F-643E99A63761}" destId="{CD1009AE-E998-4F37-B48E-DC2A7B2FDDBA}" srcOrd="1" destOrd="0" presId="urn:microsoft.com/office/officeart/2005/8/layout/hierarchy1"/>
    <dgm:cxn modelId="{455E5E58-A5E1-4FF9-97D4-EC0CE8A87061}" type="presParOf" srcId="{CD1009AE-E998-4F37-B48E-DC2A7B2FDDBA}" destId="{EE9DAEE4-90B4-4277-9821-70DDC32F2F3A}" srcOrd="0" destOrd="0" presId="urn:microsoft.com/office/officeart/2005/8/layout/hierarchy1"/>
    <dgm:cxn modelId="{103E9DEE-ABCA-4CC3-A7ED-2A2E36D5B5FD}" type="presParOf" srcId="{EE9DAEE4-90B4-4277-9821-70DDC32F2F3A}" destId="{925A5E1A-6B9C-4CD8-AC30-9B0BFCFE7F3F}" srcOrd="0" destOrd="0" presId="urn:microsoft.com/office/officeart/2005/8/layout/hierarchy1"/>
    <dgm:cxn modelId="{4B4068E2-2F0F-4EA7-81F7-AD6B74DD041D}" type="presParOf" srcId="{EE9DAEE4-90B4-4277-9821-70DDC32F2F3A}" destId="{9152B4E6-8DA1-451D-A501-CDAD729D6E18}" srcOrd="1" destOrd="0" presId="urn:microsoft.com/office/officeart/2005/8/layout/hierarchy1"/>
    <dgm:cxn modelId="{F8A54C5D-93C4-4D5C-AC48-2DC1B96EE141}" type="presParOf" srcId="{CD1009AE-E998-4F37-B48E-DC2A7B2FDDBA}" destId="{0D81A74A-9710-40B4-85FC-51128B41E98F}" srcOrd="1" destOrd="0" presId="urn:microsoft.com/office/officeart/2005/8/layout/hierarchy1"/>
    <dgm:cxn modelId="{FA102806-FA1B-4880-8831-72B4915DAD50}" type="presParOf" srcId="{8CD8AFA5-C1FC-4B48-A68F-643E99A63761}" destId="{D914FB9F-6696-4D82-B9FE-C5739A154D56}" srcOrd="2" destOrd="0" presId="urn:microsoft.com/office/officeart/2005/8/layout/hierarchy1"/>
    <dgm:cxn modelId="{A6DCD87F-0CF8-4C41-A284-FD0FCD9D6FD0}" type="presParOf" srcId="{D914FB9F-6696-4D82-B9FE-C5739A154D56}" destId="{0BB8A9CC-ACF0-4F66-B028-770698A2718A}" srcOrd="0" destOrd="0" presId="urn:microsoft.com/office/officeart/2005/8/layout/hierarchy1"/>
    <dgm:cxn modelId="{D8AEA340-6CF9-4251-9C02-8FBE7A7B0C7D}" type="presParOf" srcId="{0BB8A9CC-ACF0-4F66-B028-770698A2718A}" destId="{417BB840-C0D4-49B2-980F-F0F1C565FB38}" srcOrd="0" destOrd="0" presId="urn:microsoft.com/office/officeart/2005/8/layout/hierarchy1"/>
    <dgm:cxn modelId="{FF361D4D-5675-462C-907C-6C81CE36F9B9}" type="presParOf" srcId="{0BB8A9CC-ACF0-4F66-B028-770698A2718A}" destId="{06E061D8-553E-4682-A3C9-74FC08BE12DE}" srcOrd="1" destOrd="0" presId="urn:microsoft.com/office/officeart/2005/8/layout/hierarchy1"/>
    <dgm:cxn modelId="{80B0CA9D-CB24-4780-99BE-7D8E55ED4735}" type="presParOf" srcId="{D914FB9F-6696-4D82-B9FE-C5739A154D56}" destId="{FDD3D96F-796C-4E0A-A8F3-AD52B4BA5BD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CB2E9-49E8-45F0-85D8-525B3AE0FFF5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080E7-D4C7-49DF-BB59-69DBC7DA4873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Massive Scale:</a:t>
          </a:r>
          <a:r>
            <a:rPr lang="en-US" sz="1900" kern="1200"/>
            <a:t> Millions of claims must be processed quickly. </a:t>
          </a:r>
        </a:p>
      </dsp:txBody>
      <dsp:txXfrm>
        <a:off x="299702" y="1282093"/>
        <a:ext cx="2200851" cy="1366505"/>
      </dsp:txXfrm>
    </dsp:sp>
    <dsp:sp modelId="{5F19E844-B295-40D7-A75D-DE2098FC033B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5E5E9-CC63-464A-A02D-0E309EB9E9AA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Extreme Imbalance:</a:t>
          </a:r>
          <a:r>
            <a:rPr lang="en-US" sz="1900" kern="1200"/>
            <a:t> &lt;10% of providers are fraudulent.</a:t>
          </a:r>
        </a:p>
      </dsp:txBody>
      <dsp:txXfrm>
        <a:off x="3093555" y="1282093"/>
        <a:ext cx="2200851" cy="1366505"/>
      </dsp:txXfrm>
    </dsp:sp>
    <dsp:sp modelId="{DEFFC170-B927-471A-9C46-A6C11255896E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58FD6-468A-4AE1-99AE-78F0BFA3DA69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High Cost of Error:</a:t>
          </a:r>
          <a:r>
            <a:rPr lang="en-US" sz="1900" kern="1200" dirty="0"/>
            <a:t> A False Negative (missing fraud) costs millions.</a:t>
          </a:r>
        </a:p>
      </dsp:txBody>
      <dsp:txXfrm>
        <a:off x="5887408" y="1282093"/>
        <a:ext cx="2200851" cy="1366505"/>
      </dsp:txXfrm>
    </dsp:sp>
    <dsp:sp modelId="{C3F617DE-8505-49DE-8DA7-AB9C7F38B736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ED4D3-1F79-4AFD-8262-60373B1EDCF7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Solution: Model based on provider level feature</a:t>
          </a:r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D1515-67DE-4897-B0CE-E77A3BD69384}">
      <dsp:nvSpPr>
        <dsp:cNvPr id="0" name=""/>
        <dsp:cNvSpPr/>
      </dsp:nvSpPr>
      <dsp:spPr>
        <a:xfrm>
          <a:off x="0" y="706409"/>
          <a:ext cx="6713552" cy="8353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Modeling Unit: The Provider</a:t>
          </a:r>
        </a:p>
      </dsp:txBody>
      <dsp:txXfrm>
        <a:off x="40780" y="747189"/>
        <a:ext cx="6631992" cy="753820"/>
      </dsp:txXfrm>
    </dsp:sp>
    <dsp:sp modelId="{D8CE0B5C-D212-45F0-B38E-015F5CF81AA6}">
      <dsp:nvSpPr>
        <dsp:cNvPr id="0" name=""/>
        <dsp:cNvSpPr/>
      </dsp:nvSpPr>
      <dsp:spPr>
        <a:xfrm>
          <a:off x="0" y="1639710"/>
          <a:ext cx="6713552" cy="8353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Granularity Separation</a:t>
          </a:r>
        </a:p>
      </dsp:txBody>
      <dsp:txXfrm>
        <a:off x="40780" y="1680490"/>
        <a:ext cx="6631992" cy="753820"/>
      </dsp:txXfrm>
    </dsp:sp>
    <dsp:sp modelId="{A61A71AA-9B52-4DA4-B713-4524D5D10B69}">
      <dsp:nvSpPr>
        <dsp:cNvPr id="0" name=""/>
        <dsp:cNvSpPr/>
      </dsp:nvSpPr>
      <dsp:spPr>
        <a:xfrm>
          <a:off x="0" y="2573010"/>
          <a:ext cx="6713552" cy="8353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Data Split &amp; Imbalance (60/20/20)</a:t>
          </a:r>
        </a:p>
      </dsp:txBody>
      <dsp:txXfrm>
        <a:off x="40780" y="2613790"/>
        <a:ext cx="6631992" cy="7538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476C26-3163-4E21-8A63-82F41167BFB4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71334-327B-4B33-B0EF-420E1834B0ED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Statistical Aggregation</a:t>
          </a:r>
        </a:p>
      </dsp:txBody>
      <dsp:txXfrm>
        <a:off x="378614" y="886531"/>
        <a:ext cx="2810360" cy="1744948"/>
      </dsp:txXfrm>
    </dsp:sp>
    <dsp:sp modelId="{B3309A41-D849-4E83-8341-A4E51A58DBEB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0C3CB-5D30-47CC-99D4-603910C35972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Targeted Fraud Signals</a:t>
          </a:r>
        </a:p>
      </dsp:txBody>
      <dsp:txXfrm>
        <a:off x="3946203" y="886531"/>
        <a:ext cx="2810360" cy="1744948"/>
      </dsp:txXfrm>
    </dsp:sp>
    <dsp:sp modelId="{B83E00B2-0A1F-4EBA-9B30-97FF5932DB20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4AA3F-4487-4C2A-AE49-72AA02051B3A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Granularity Separation</a:t>
          </a:r>
        </a:p>
      </dsp:txBody>
      <dsp:txXfrm>
        <a:off x="7513791" y="886531"/>
        <a:ext cx="2810360" cy="17449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0EFF7-7615-4C1B-A020-A95B9116E634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AEB70-07FC-428C-A22E-B720453F3303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Zero Imputation</a:t>
          </a:r>
          <a:endParaRPr lang="en-US" sz="3900" kern="1200"/>
        </a:p>
      </dsp:txBody>
      <dsp:txXfrm>
        <a:off x="378614" y="886531"/>
        <a:ext cx="2810360" cy="1744948"/>
      </dsp:txXfrm>
    </dsp:sp>
    <dsp:sp modelId="{0995A06E-CB92-412F-A401-3003EE713DA8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C5B08-8DB0-4478-B6E6-86A53C285FC9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Frequency Encoding</a:t>
          </a:r>
        </a:p>
      </dsp:txBody>
      <dsp:txXfrm>
        <a:off x="3946203" y="886531"/>
        <a:ext cx="2810360" cy="1744948"/>
      </dsp:txXfrm>
    </dsp:sp>
    <dsp:sp modelId="{E9D8C076-BEA0-4E26-9774-CF8E69AB7008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85A26-8CAE-444B-95F7-C29DE6298A7F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Feature Scaling</a:t>
          </a:r>
        </a:p>
      </dsp:txBody>
      <dsp:txXfrm>
        <a:off x="7513791" y="886531"/>
        <a:ext cx="2810360" cy="1744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769B4D-8C27-4D68-9648-72A3BB400315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9A926A-AF55-40E7-B357-A428B5B62D23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Stratified 60/20/20 Split</a:t>
          </a:r>
        </a:p>
      </dsp:txBody>
      <dsp:txXfrm>
        <a:off x="0" y="2663"/>
        <a:ext cx="6666833" cy="1816197"/>
      </dsp:txXfrm>
    </dsp:sp>
    <dsp:sp modelId="{C8274CBC-C3D4-46EA-BDF0-84A08ADF3725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74D497-EBC1-46C6-A2C5-221AC60A86B9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SMOTE for Imbalance</a:t>
          </a:r>
        </a:p>
      </dsp:txBody>
      <dsp:txXfrm>
        <a:off x="0" y="1818861"/>
        <a:ext cx="6666833" cy="1816197"/>
      </dsp:txXfrm>
    </dsp:sp>
    <dsp:sp modelId="{701F980C-14FA-49FD-93A2-B190A1C8464D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6C6914-3037-47DD-B34A-DB164B611CC0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Metric Focus: F1 and PR-AUC</a:t>
          </a:r>
        </a:p>
      </dsp:txBody>
      <dsp:txXfrm>
        <a:off x="0" y="3635058"/>
        <a:ext cx="6666833" cy="18161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70ED1-03C1-4D1C-B0F3-7B8E7610CEC6}">
      <dsp:nvSpPr>
        <dsp:cNvPr id="0" name=""/>
        <dsp:cNvSpPr/>
      </dsp:nvSpPr>
      <dsp:spPr>
        <a:xfrm>
          <a:off x="3906104" y="1223491"/>
          <a:ext cx="2352378" cy="559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459"/>
              </a:lnTo>
              <a:lnTo>
                <a:pt x="2352378" y="381459"/>
              </a:lnTo>
              <a:lnTo>
                <a:pt x="2352378" y="55975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369A2-545A-4EA7-9915-177D803FB1EE}">
      <dsp:nvSpPr>
        <dsp:cNvPr id="0" name=""/>
        <dsp:cNvSpPr/>
      </dsp:nvSpPr>
      <dsp:spPr>
        <a:xfrm>
          <a:off x="3860384" y="1223491"/>
          <a:ext cx="91440" cy="5597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975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AD3B34-F51F-474C-8ED7-D7596A460787}">
      <dsp:nvSpPr>
        <dsp:cNvPr id="0" name=""/>
        <dsp:cNvSpPr/>
      </dsp:nvSpPr>
      <dsp:spPr>
        <a:xfrm>
          <a:off x="1553725" y="1223491"/>
          <a:ext cx="2352378" cy="559759"/>
        </a:xfrm>
        <a:custGeom>
          <a:avLst/>
          <a:gdLst/>
          <a:ahLst/>
          <a:cxnLst/>
          <a:rect l="0" t="0" r="0" b="0"/>
          <a:pathLst>
            <a:path>
              <a:moveTo>
                <a:pt x="2352378" y="0"/>
              </a:moveTo>
              <a:lnTo>
                <a:pt x="2352378" y="381459"/>
              </a:lnTo>
              <a:lnTo>
                <a:pt x="0" y="381459"/>
              </a:lnTo>
              <a:lnTo>
                <a:pt x="0" y="55975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CB224D-C4BC-4B95-9991-99D29DBAFC8E}">
      <dsp:nvSpPr>
        <dsp:cNvPr id="0" name=""/>
        <dsp:cNvSpPr/>
      </dsp:nvSpPr>
      <dsp:spPr>
        <a:xfrm>
          <a:off x="2943767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71708-500C-4C08-8345-B1EB1F53C45F}">
      <dsp:nvSpPr>
        <dsp:cNvPr id="0" name=""/>
        <dsp:cNvSpPr/>
      </dsp:nvSpPr>
      <dsp:spPr>
        <a:xfrm>
          <a:off x="3157620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Candidate Models:</a:t>
          </a:r>
        </a:p>
      </dsp:txBody>
      <dsp:txXfrm>
        <a:off x="3193416" y="240279"/>
        <a:ext cx="1853081" cy="1150575"/>
      </dsp:txXfrm>
    </dsp:sp>
    <dsp:sp modelId="{69A0B3DA-85FF-4BA8-8D92-371777D678BB}">
      <dsp:nvSpPr>
        <dsp:cNvPr id="0" name=""/>
        <dsp:cNvSpPr/>
      </dsp:nvSpPr>
      <dsp:spPr>
        <a:xfrm>
          <a:off x="591388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02E28-DF21-436E-AD81-8A532E775BB1}">
      <dsp:nvSpPr>
        <dsp:cNvPr id="0" name=""/>
        <dsp:cNvSpPr/>
      </dsp:nvSpPr>
      <dsp:spPr>
        <a:xfrm>
          <a:off x="805241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Logistic Regression</a:t>
          </a:r>
          <a:r>
            <a:rPr lang="en-US" sz="2500" kern="1200"/>
            <a:t> </a:t>
          </a:r>
        </a:p>
      </dsp:txBody>
      <dsp:txXfrm>
        <a:off x="841037" y="2022206"/>
        <a:ext cx="1853081" cy="1150575"/>
      </dsp:txXfrm>
    </dsp:sp>
    <dsp:sp modelId="{9BC9C692-56ED-42F4-9B29-ECECFA4CD049}">
      <dsp:nvSpPr>
        <dsp:cNvPr id="0" name=""/>
        <dsp:cNvSpPr/>
      </dsp:nvSpPr>
      <dsp:spPr>
        <a:xfrm>
          <a:off x="2943767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50BBC-0522-4904-9E60-495307A13EC3}">
      <dsp:nvSpPr>
        <dsp:cNvPr id="0" name=""/>
        <dsp:cNvSpPr/>
      </dsp:nvSpPr>
      <dsp:spPr>
        <a:xfrm>
          <a:off x="3157620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Gradient Boosting</a:t>
          </a:r>
          <a:r>
            <a:rPr lang="en-US" sz="2500" kern="1200"/>
            <a:t> </a:t>
          </a:r>
        </a:p>
      </dsp:txBody>
      <dsp:txXfrm>
        <a:off x="3193416" y="2022206"/>
        <a:ext cx="1853081" cy="1150575"/>
      </dsp:txXfrm>
    </dsp:sp>
    <dsp:sp modelId="{4506BD0E-75FC-41C3-9FE6-54DFB905E0F2}">
      <dsp:nvSpPr>
        <dsp:cNvPr id="0" name=""/>
        <dsp:cNvSpPr/>
      </dsp:nvSpPr>
      <dsp:spPr>
        <a:xfrm>
          <a:off x="5296146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1FD2D-93DA-48B9-A629-B43E111DC143}">
      <dsp:nvSpPr>
        <dsp:cNvPr id="0" name=""/>
        <dsp:cNvSpPr/>
      </dsp:nvSpPr>
      <dsp:spPr>
        <a:xfrm>
          <a:off x="5509998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Random Forest</a:t>
          </a:r>
          <a:endParaRPr lang="en-US" sz="2500" kern="1200"/>
        </a:p>
      </dsp:txBody>
      <dsp:txXfrm>
        <a:off x="5545794" y="2022206"/>
        <a:ext cx="1853081" cy="1150575"/>
      </dsp:txXfrm>
    </dsp:sp>
    <dsp:sp modelId="{C053BCFF-750B-4933-84AD-ACB605F9B8AF}">
      <dsp:nvSpPr>
        <dsp:cNvPr id="0" name=""/>
        <dsp:cNvSpPr/>
      </dsp:nvSpPr>
      <dsp:spPr>
        <a:xfrm>
          <a:off x="5296146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3A89E-1DAD-488E-B460-2AE619942826}">
      <dsp:nvSpPr>
        <dsp:cNvPr id="0" name=""/>
        <dsp:cNvSpPr/>
      </dsp:nvSpPr>
      <dsp:spPr>
        <a:xfrm>
          <a:off x="5509998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LR Rejection</a:t>
          </a:r>
        </a:p>
      </dsp:txBody>
      <dsp:txXfrm>
        <a:off x="5545794" y="240279"/>
        <a:ext cx="1853081" cy="1150575"/>
      </dsp:txXfrm>
    </dsp:sp>
    <dsp:sp modelId="{81C71D52-D8DB-4E5B-88EC-F677D63D6DE3}">
      <dsp:nvSpPr>
        <dsp:cNvPr id="0" name=""/>
        <dsp:cNvSpPr/>
      </dsp:nvSpPr>
      <dsp:spPr>
        <a:xfrm>
          <a:off x="7648525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0D499-3D2D-40AB-93ED-D56C3A6F6FC1}">
      <dsp:nvSpPr>
        <dsp:cNvPr id="0" name=""/>
        <dsp:cNvSpPr/>
      </dsp:nvSpPr>
      <dsp:spPr>
        <a:xfrm>
          <a:off x="7862377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RF Selection</a:t>
          </a:r>
        </a:p>
      </dsp:txBody>
      <dsp:txXfrm>
        <a:off x="7898173" y="240279"/>
        <a:ext cx="1853081" cy="11505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375AB-816C-4400-A35F-40FD65C9A8A6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88E02-DFDB-4540-A18D-285235147063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Tuning Method</a:t>
          </a:r>
        </a:p>
      </dsp:txBody>
      <dsp:txXfrm>
        <a:off x="378614" y="886531"/>
        <a:ext cx="2810360" cy="1744948"/>
      </dsp:txXfrm>
    </dsp:sp>
    <dsp:sp modelId="{52B2733B-97E7-4B98-9590-F0CEDB7E80DD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42DC7-1312-4D3C-898E-319B77D236B1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Tuning Result</a:t>
          </a:r>
        </a:p>
      </dsp:txBody>
      <dsp:txXfrm>
        <a:off x="3946203" y="886531"/>
        <a:ext cx="2810360" cy="1744948"/>
      </dsp:txXfrm>
    </dsp:sp>
    <dsp:sp modelId="{9D3C8CEF-D0AD-44A7-BFE8-B041F20FF84C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33837-67E3-47E0-83D2-43F49BC5499B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Final Model</a:t>
          </a:r>
        </a:p>
      </dsp:txBody>
      <dsp:txXfrm>
        <a:off x="7513791" y="886531"/>
        <a:ext cx="2810360" cy="1744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D0F36-91E1-44F7-B0A3-8DFAC76D96FF}">
      <dsp:nvSpPr>
        <dsp:cNvPr id="0" name=""/>
        <dsp:cNvSpPr/>
      </dsp:nvSpPr>
      <dsp:spPr>
        <a:xfrm>
          <a:off x="5670388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459"/>
              </a:lnTo>
              <a:lnTo>
                <a:pt x="1176189" y="381459"/>
              </a:lnTo>
              <a:lnTo>
                <a:pt x="1176189" y="55975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799EA1-C335-4195-BAE8-FE00CB4A99C9}">
      <dsp:nvSpPr>
        <dsp:cNvPr id="0" name=""/>
        <dsp:cNvSpPr/>
      </dsp:nvSpPr>
      <dsp:spPr>
        <a:xfrm>
          <a:off x="4494198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1176189" y="0"/>
              </a:moveTo>
              <a:lnTo>
                <a:pt x="1176189" y="381459"/>
              </a:lnTo>
              <a:lnTo>
                <a:pt x="0" y="381459"/>
              </a:lnTo>
              <a:lnTo>
                <a:pt x="0" y="55975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8AD92B-C106-4657-B802-EEFC4EBEC705}">
      <dsp:nvSpPr>
        <dsp:cNvPr id="0" name=""/>
        <dsp:cNvSpPr/>
      </dsp:nvSpPr>
      <dsp:spPr>
        <a:xfrm>
          <a:off x="2355672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78E4E-2120-4CD8-A511-7FA96FF90118}">
      <dsp:nvSpPr>
        <dsp:cNvPr id="0" name=""/>
        <dsp:cNvSpPr/>
      </dsp:nvSpPr>
      <dsp:spPr>
        <a:xfrm>
          <a:off x="2569525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Key Metrics</a:t>
          </a:r>
          <a:endParaRPr lang="en-US" sz="2800" kern="1200"/>
        </a:p>
      </dsp:txBody>
      <dsp:txXfrm>
        <a:off x="2605321" y="240279"/>
        <a:ext cx="1853081" cy="1150575"/>
      </dsp:txXfrm>
    </dsp:sp>
    <dsp:sp modelId="{29AEAF24-FE4B-4AEF-BEA5-08D4C5543997}">
      <dsp:nvSpPr>
        <dsp:cNvPr id="0" name=""/>
        <dsp:cNvSpPr/>
      </dsp:nvSpPr>
      <dsp:spPr>
        <a:xfrm>
          <a:off x="4708051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6B38D-7543-45CE-9050-14DFE9AA6FFE}">
      <dsp:nvSpPr>
        <dsp:cNvPr id="0" name=""/>
        <dsp:cNvSpPr/>
      </dsp:nvSpPr>
      <dsp:spPr>
        <a:xfrm>
          <a:off x="4921904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Error Counts:</a:t>
          </a:r>
        </a:p>
      </dsp:txBody>
      <dsp:txXfrm>
        <a:off x="4957700" y="240279"/>
        <a:ext cx="1853081" cy="1150575"/>
      </dsp:txXfrm>
    </dsp:sp>
    <dsp:sp modelId="{FB993E6C-34B0-4DCB-822B-BF470C682D7C}">
      <dsp:nvSpPr>
        <dsp:cNvPr id="0" name=""/>
        <dsp:cNvSpPr/>
      </dsp:nvSpPr>
      <dsp:spPr>
        <a:xfrm>
          <a:off x="3531862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666AE-C3E0-42F0-A8AB-6EC48A37E4EB}">
      <dsp:nvSpPr>
        <dsp:cNvPr id="0" name=""/>
        <dsp:cNvSpPr/>
      </dsp:nvSpPr>
      <dsp:spPr>
        <a:xfrm>
          <a:off x="3745714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26 False Negatives </a:t>
          </a:r>
          <a:endParaRPr lang="en-US" sz="2800" kern="1200"/>
        </a:p>
      </dsp:txBody>
      <dsp:txXfrm>
        <a:off x="3781510" y="2022206"/>
        <a:ext cx="1853081" cy="1150575"/>
      </dsp:txXfrm>
    </dsp:sp>
    <dsp:sp modelId="{CF459E00-D303-494E-A835-EC3FB2E42D17}">
      <dsp:nvSpPr>
        <dsp:cNvPr id="0" name=""/>
        <dsp:cNvSpPr/>
      </dsp:nvSpPr>
      <dsp:spPr>
        <a:xfrm>
          <a:off x="5884241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19BD6-7F8D-4DCB-A31F-3EAEDB8692DA}">
      <dsp:nvSpPr>
        <dsp:cNvPr id="0" name=""/>
        <dsp:cNvSpPr/>
      </dsp:nvSpPr>
      <dsp:spPr>
        <a:xfrm>
          <a:off x="6098093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54 False Positives</a:t>
          </a:r>
          <a:endParaRPr lang="en-US" sz="2800" kern="1200"/>
        </a:p>
      </dsp:txBody>
      <dsp:txXfrm>
        <a:off x="6133889" y="2022206"/>
        <a:ext cx="1853081" cy="11505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62938-2F9F-47C2-8319-5F1C42993853}">
      <dsp:nvSpPr>
        <dsp:cNvPr id="0" name=""/>
        <dsp:cNvSpPr/>
      </dsp:nvSpPr>
      <dsp:spPr>
        <a:xfrm>
          <a:off x="1061437" y="985251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2DD50-2353-4C0A-B9D1-08F75343E1C5}">
      <dsp:nvSpPr>
        <dsp:cNvPr id="0" name=""/>
        <dsp:cNvSpPr/>
      </dsp:nvSpPr>
      <dsp:spPr>
        <a:xfrm>
          <a:off x="1582" y="2222193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Model Benefit (TP)</a:t>
          </a:r>
        </a:p>
      </dsp:txBody>
      <dsp:txXfrm>
        <a:off x="1582" y="2222193"/>
        <a:ext cx="3261093" cy="489164"/>
      </dsp:txXfrm>
    </dsp:sp>
    <dsp:sp modelId="{2794C97D-80D1-42E2-ADD8-B727B992D29B}">
      <dsp:nvSpPr>
        <dsp:cNvPr id="0" name=""/>
        <dsp:cNvSpPr/>
      </dsp:nvSpPr>
      <dsp:spPr>
        <a:xfrm>
          <a:off x="1582" y="2755803"/>
          <a:ext cx="3261093" cy="451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32,370,000</a:t>
          </a:r>
          <a:endParaRPr lang="en-US" sz="1700" kern="1200" dirty="0"/>
        </a:p>
      </dsp:txBody>
      <dsp:txXfrm>
        <a:off x="1582" y="2755803"/>
        <a:ext cx="3261093" cy="451750"/>
      </dsp:txXfrm>
    </dsp:sp>
    <dsp:sp modelId="{1776D456-4D7E-499C-81DD-A8E037A9DCA4}">
      <dsp:nvSpPr>
        <dsp:cNvPr id="0" name=""/>
        <dsp:cNvSpPr/>
      </dsp:nvSpPr>
      <dsp:spPr>
        <a:xfrm>
          <a:off x="4893223" y="985251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76445-2F0A-41A3-9E55-C9776C7AC4A7}">
      <dsp:nvSpPr>
        <dsp:cNvPr id="0" name=""/>
        <dsp:cNvSpPr/>
      </dsp:nvSpPr>
      <dsp:spPr>
        <a:xfrm>
          <a:off x="3833367" y="2222193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Operational Cost (FP)</a:t>
          </a:r>
        </a:p>
      </dsp:txBody>
      <dsp:txXfrm>
        <a:off x="3833367" y="2222193"/>
        <a:ext cx="3261093" cy="489164"/>
      </dsp:txXfrm>
    </dsp:sp>
    <dsp:sp modelId="{45052B1C-782F-4FD5-9C6B-35CC1B62B31F}">
      <dsp:nvSpPr>
        <dsp:cNvPr id="0" name=""/>
        <dsp:cNvSpPr/>
      </dsp:nvSpPr>
      <dsp:spPr>
        <a:xfrm>
          <a:off x="3833367" y="2755803"/>
          <a:ext cx="3261093" cy="451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270,000</a:t>
          </a:r>
          <a:endParaRPr lang="en-US" sz="2000" kern="1200" dirty="0"/>
        </a:p>
      </dsp:txBody>
      <dsp:txXfrm>
        <a:off x="3833367" y="2755803"/>
        <a:ext cx="3261093" cy="451750"/>
      </dsp:txXfrm>
    </dsp:sp>
    <dsp:sp modelId="{18EDD895-D54F-4116-BB94-8A3546FDC02E}">
      <dsp:nvSpPr>
        <dsp:cNvPr id="0" name=""/>
        <dsp:cNvSpPr/>
      </dsp:nvSpPr>
      <dsp:spPr>
        <a:xfrm>
          <a:off x="8725008" y="985251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3BA86-C9E9-45D2-8107-F24D2BE6A338}">
      <dsp:nvSpPr>
        <dsp:cNvPr id="0" name=""/>
        <dsp:cNvSpPr/>
      </dsp:nvSpPr>
      <dsp:spPr>
        <a:xfrm>
          <a:off x="7665152" y="2222193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The ROI</a:t>
          </a:r>
        </a:p>
      </dsp:txBody>
      <dsp:txXfrm>
        <a:off x="7665152" y="2222193"/>
        <a:ext cx="3261093" cy="489164"/>
      </dsp:txXfrm>
    </dsp:sp>
    <dsp:sp modelId="{426E8904-0CDA-487B-A8A1-7432022E2500}">
      <dsp:nvSpPr>
        <dsp:cNvPr id="0" name=""/>
        <dsp:cNvSpPr/>
      </dsp:nvSpPr>
      <dsp:spPr>
        <a:xfrm>
          <a:off x="7665152" y="2755803"/>
          <a:ext cx="3261093" cy="451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62E72-3ED0-4E31-A43A-0429CF70A08D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7D7AB-F6F4-417B-85E5-7AE123C51F92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FN Learning (Target Risk)</a:t>
          </a:r>
        </a:p>
      </dsp:txBody>
      <dsp:txXfrm>
        <a:off x="378614" y="886531"/>
        <a:ext cx="2810360" cy="1744948"/>
      </dsp:txXfrm>
    </dsp:sp>
    <dsp:sp modelId="{925A5E1A-6B9C-4CD8-AC30-9B0BFCFE7F3F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2B4E6-8DA1-451D-A501-CDAD729D6E18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FP Learning (Operational Overhead)</a:t>
          </a:r>
        </a:p>
      </dsp:txBody>
      <dsp:txXfrm>
        <a:off x="3946203" y="886531"/>
        <a:ext cx="2810360" cy="1744948"/>
      </dsp:txXfrm>
    </dsp:sp>
    <dsp:sp modelId="{417BB840-C0D4-49B2-980F-F0F1C565FB38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061D8-553E-4682-A3C9-74FC08BE12DE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Next Step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3150-DF70-DFCC-3C13-1DE11BC07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61262-C40B-0A7B-B4C2-A8B0DD7B6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9C2C5-9DFF-F19E-CA69-04C3A150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AED3-4155-B681-095F-D42DC383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7CB57-D653-A678-32E6-7C59DEBA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5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9B82-DD6D-EBFC-5BDC-8AFD22A4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16EF8-68C5-6987-0261-59342F126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FA687-EC83-2BB7-38D8-7C46E055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4E7A-560E-C823-EEB8-6C7617F6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B52A1-0BA6-DDFD-7541-D3F6807D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3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4863-2A97-DD75-2556-10A5F782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60A45-E240-E952-EC9C-95327C8AE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FC15F-C36E-D853-2231-4D5421B1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A85B2-42C6-8499-2797-0773902D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2958D-4AB4-8A10-F87C-71698C3C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3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8F12-10BF-395B-D79D-56C3B657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911FE-AE00-29BC-2CC1-1AEE4469F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686B6-A649-4B19-8635-0A0CD9189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F6DB5-6420-B4C0-AAEF-AC754D1F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92E5F-29E1-E08F-C4D0-5BD28A7D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69664-2B0E-7FC9-49A7-72D0006E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8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B75F-63C3-D0BF-91DB-47FDA955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94342-1F9B-D30E-FF69-9F0FF43FD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9190C-1B99-7305-4E16-5AE205EC7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435ED-9EF8-D7E2-FE7C-91C4D7AC9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493B3-8C89-1D72-5BB5-5E6D3F7930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2BF5D-BF42-EAF5-A72A-84EFF032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56F52-EEF1-1467-98ED-BCA31CED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1788C-D924-0AF4-0C6C-72DAEAE1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4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2EC0-46EB-E3D4-1A58-A71767A4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FFC7D-5382-4F63-4181-89605E67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203E7-CCF9-715A-B7CB-D45DEFA8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1B502-D05C-8CD0-1B6A-B649896D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2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76FB7-A4F3-6390-2EE9-FBA31F33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C807C-F9DD-54AD-5D9B-78E64BA3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31E3C-9C3E-1DC4-960E-F7241BD2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6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733A-6164-FE52-9CA1-5BAB655A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9F50-95DB-BA74-748A-17761F75F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E0B44-7194-AE85-DCD9-DE40CC671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2E4DF-D9D7-A156-04D5-C34A33D5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14ED5-82AA-9DD3-5974-B21DD3C6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D053C-380B-3AB2-9558-079BBC5F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FC4A-1AD6-1C68-FC6B-6F1E4490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EBD2A-D87C-89EA-2F01-B942F3644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F0464-DBC4-94C1-F285-0A4E3618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078EE-D31B-93BB-25F6-EC6CC930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01174-6968-C536-1E3A-DB4232C6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6A1E7-40D8-6410-BFB3-F3C79CE8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0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8DE3-C4C7-E2BF-E7F9-7C6BC50D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2B1F2-7B72-AD70-3663-0C6EBB052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83D37-E1E7-ECDC-294F-6F036E16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18782-DC68-E92A-7AEC-52F34EA3F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E7FFE-E789-0487-0472-5835E1FE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0BBF1-B7B5-345E-D192-A5E7F4F05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40FA4-62FE-142D-4E29-B6ABF2082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9ADAB-75E1-97D0-55F9-3F4A6659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E587-D35A-0F5C-D070-1FC5A185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616B1-32F9-164E-E6F8-B0ECC4C3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0F05F-A7C6-DBA4-4039-014C651FB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14ADE-57EA-987D-8B6C-6BAB2FE2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B60C7-C45A-AEE8-7189-37DFED451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C4026-11A6-4361-8B82-7EFC05BAEE5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69F47-08C5-2ECC-5074-B8F4304DC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AC2AC-9608-F024-D144-EE3631209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E7000-AE0C-4D42-87E3-DCEADF7D3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0348A-50CA-D6F1-0791-74319FC64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Medicare Fraud Detection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02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A2161-657D-D616-4776-5F94021E7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Challenge: Pinpointing Fraudulent Providers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1D485E-30BC-FC1C-D358-25962FB67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134261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624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9B448-979D-CED7-B296-0B64A5C7C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Aggregation Strategy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7935BA-C896-7421-512C-0C44B42C8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770862"/>
              </p:ext>
            </p:extLst>
          </p:nvPr>
        </p:nvGraphicFramePr>
        <p:xfrm>
          <a:off x="4905955" y="2071316"/>
          <a:ext cx="6713552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658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38EEA-A4D8-DE82-0B16-B1E295723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Feature Engineering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2B74EDCB-FB6D-6FC6-9539-60EAC40FC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770600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338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93DB-76E2-8635-3A85-AF3293C2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Preprocessing: Making Data Model-Ready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BF7F97-A2A6-5617-B095-DFFE0EF190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5737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39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BC440-D9AE-A229-FBC5-0533888B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1683756"/>
            <a:ext cx="3254703" cy="3132084"/>
          </a:xfrm>
        </p:spPr>
        <p:txBody>
          <a:bodyPr anchor="b">
            <a:normAutofit/>
          </a:bodyPr>
          <a:lstStyle/>
          <a:p>
            <a:pPr algn="r"/>
            <a:r>
              <a:rPr lang="en-US" sz="5400" dirty="0">
                <a:solidFill>
                  <a:srgbClr val="FFFFFF"/>
                </a:solidFill>
              </a:rPr>
              <a:t>Modeling Strategy: Rigorous Validation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1FBD26-DB31-0A16-B58E-C471EFCD5B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7558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698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315D1-989D-23E8-C525-740B2990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Comparative Trials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D3EC7-F257-4E15-0A9B-E0F2C53330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37987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0158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61985-ABEC-94DB-8021-936B8D68C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Parameter Tuning and Final Model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831E148-CD6D-B091-C261-1C953C9CF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19905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43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53814-0BE4-ACD0-35E7-10BDC25F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Final Performance and Error Analysis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3756C1-B20D-3962-E220-0A1311184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84971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0325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3E784-477F-04EA-CDA2-AE2DD3CC1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Financial Impact: Cost of Errors &amp; Justification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0BE23A-CF63-4A12-F1F2-8326B38CF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23129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842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DBDF5-1B61-8353-F6BD-8B25AACD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Conclusion and Next Steps for Refinement</a:t>
            </a:r>
            <a:endParaRPr lang="en-US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F4C11D-CC48-E509-7412-997630A4B1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78796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325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09090-DA92-9499-32C7-A581F3D87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BA47C91-2D19-85DD-7CBE-CD3C8DD9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461E18-8780-973E-B4CF-A13E1A3FD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086DB5-28F0-DA30-BFB8-9014F6E8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7F8392-27BD-5EF4-2043-676E8725B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793947-6764-F711-A6CE-665408316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333AE6D-651F-1F91-6544-1F7B3F1C6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8700C-F760-8895-B1FC-6679E2C2D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en-US" sz="9600" b="1" dirty="0">
                <a:solidFill>
                  <a:srgbClr val="FFFFFF"/>
                </a:solidFill>
              </a:rPr>
              <a:t>THANK YOU!</a:t>
            </a:r>
            <a:endParaRPr lang="en-US" sz="9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61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194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Medicare Fraud Detection</vt:lpstr>
      <vt:lpstr>The Challenge: Pinpointing Fraudulent Providers</vt:lpstr>
      <vt:lpstr>Aggregation Strategy</vt:lpstr>
      <vt:lpstr>Feature Engineering</vt:lpstr>
      <vt:lpstr>Preprocessing: Making Data Model-Ready</vt:lpstr>
      <vt:lpstr>Modeling Strategy: Rigorous Validation</vt:lpstr>
      <vt:lpstr>Comparative Trials</vt:lpstr>
      <vt:lpstr>Parameter Tuning and Final Model</vt:lpstr>
      <vt:lpstr>Final Performance and Error Analysis</vt:lpstr>
      <vt:lpstr>Financial Impact: Cost of Errors &amp; Justification</vt:lpstr>
      <vt:lpstr>Conclusion and Next Steps for Refinement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Omar_belo2 3</dc:creator>
  <cp:lastModifiedBy>Omar_belo2 3</cp:lastModifiedBy>
  <cp:revision>1</cp:revision>
  <dcterms:created xsi:type="dcterms:W3CDTF">2025-12-03T19:42:51Z</dcterms:created>
  <dcterms:modified xsi:type="dcterms:W3CDTF">2025-12-03T20:46:56Z</dcterms:modified>
</cp:coreProperties>
</file>